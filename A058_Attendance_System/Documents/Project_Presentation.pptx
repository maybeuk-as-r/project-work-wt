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d7538a8945a4f20" /><Relationship Type="http://schemas.openxmlformats.org/officeDocument/2006/relationships/extended-properties" Target="/docProps/app.xml" Id="Ra7a51e811e104b6b" /><Relationship Type="http://schemas.openxmlformats.org/officeDocument/2006/relationships/officeDocument" Target="/ppt/presentation.xml" Id="R6f01bc4c01474a5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8208a6eda004035"/>
  </p:sldMasterIdLst>
  <p:notesMasterIdLst>
    <p:notesMasterId xmlns:r="http://schemas.openxmlformats.org/officeDocument/2006/relationships" r:id="R0459fdbcdee74322"/>
  </p:notesMasterIdLst>
  <p:sldIdLst>
    <p:sldId xmlns:r="http://schemas.openxmlformats.org/officeDocument/2006/relationships" id="256" r:id="R544f60e6fa474387"/>
    <p:sldId xmlns:r="http://schemas.openxmlformats.org/officeDocument/2006/relationships" id="257" r:id="Rd18d391befda41d7"/>
    <p:sldId xmlns:r="http://schemas.openxmlformats.org/officeDocument/2006/relationships" id="258" r:id="R512e93501afd44a4"/>
    <p:sldId xmlns:r="http://schemas.openxmlformats.org/officeDocument/2006/relationships" id="259" r:id="R61bc6e2d12564109"/>
    <p:sldId xmlns:r="http://schemas.openxmlformats.org/officeDocument/2006/relationships" id="260" r:id="Rd789bb680055477c"/>
    <p:sldId xmlns:r="http://schemas.openxmlformats.org/officeDocument/2006/relationships" id="261" r:id="R8a350594353748ef"/>
    <p:sldId xmlns:r="http://schemas.openxmlformats.org/officeDocument/2006/relationships" id="262" r:id="Re8f5d16f91014beb"/>
    <p:sldId xmlns:r="http://schemas.openxmlformats.org/officeDocument/2006/relationships" id="263" r:id="R253b8ea289b44eb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3f904b65c144021" /><Relationship Type="http://schemas.openxmlformats.org/officeDocument/2006/relationships/slideMaster" Target="/ppt/slideMasters/slideMaster1.xml" Id="R78208a6eda004035" /><Relationship Type="http://schemas.openxmlformats.org/officeDocument/2006/relationships/notesMaster" Target="/ppt/notesMasters/notesMaster1.xml" Id="R0459fdbcdee74322" /><Relationship Type="http://schemas.openxmlformats.org/officeDocument/2006/relationships/presProps" Target="/ppt/presProps.xml" Id="R2d0c170ad5254521" /><Relationship Type="http://schemas.openxmlformats.org/officeDocument/2006/relationships/tableStyles" Target="/ppt/tableStyles.xml" Id="R29a09b0b75f34380" /><Relationship Type="http://schemas.openxmlformats.org/officeDocument/2006/relationships/slide" Target="/ppt/slides/slide1.xml" Id="R544f60e6fa474387" /><Relationship Type="http://schemas.openxmlformats.org/officeDocument/2006/relationships/slide" Target="/ppt/slides/slide2.xml" Id="Rd18d391befda41d7" /><Relationship Type="http://schemas.openxmlformats.org/officeDocument/2006/relationships/slide" Target="/ppt/slides/slide3.xml" Id="R512e93501afd44a4" /><Relationship Type="http://schemas.openxmlformats.org/officeDocument/2006/relationships/slide" Target="/ppt/slides/slide4.xml" Id="R61bc6e2d12564109" /><Relationship Type="http://schemas.openxmlformats.org/officeDocument/2006/relationships/slide" Target="/ppt/slides/slide5.xml" Id="Rd789bb680055477c" /><Relationship Type="http://schemas.openxmlformats.org/officeDocument/2006/relationships/slide" Target="/ppt/slides/slide6.xml" Id="R8a350594353748ef" /><Relationship Type="http://schemas.openxmlformats.org/officeDocument/2006/relationships/slide" Target="/ppt/slides/slide7.xml" Id="Re8f5d16f91014beb" /><Relationship Type="http://schemas.openxmlformats.org/officeDocument/2006/relationships/slide" Target="/ppt/slides/slide8.xml" Id="R253b8ea289b44eb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77f4750f8f8480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0cff583e81c42d1" /><Relationship Type="http://schemas.openxmlformats.org/officeDocument/2006/relationships/notesMaster" Target="/ppt/notesMasters/notesMaster1.xml" Id="R2be8ae0be09148f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e385bcc73dd4b8d" /><Relationship Type="http://schemas.openxmlformats.org/officeDocument/2006/relationships/notesMaster" Target="/ppt/notesMasters/notesMaster1.xml" Id="R52299943da37401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56a070557444a85" /><Relationship Type="http://schemas.openxmlformats.org/officeDocument/2006/relationships/notesMaster" Target="/ppt/notesMasters/notesMaster1.xml" Id="Rd19093e6cdae4e7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5a9af2902b34e67" /><Relationship Type="http://schemas.openxmlformats.org/officeDocument/2006/relationships/notesMaster" Target="/ppt/notesMasters/notesMaster1.xml" Id="R4e984436b0dd4a0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50792121b3a4669" /><Relationship Type="http://schemas.openxmlformats.org/officeDocument/2006/relationships/notesMaster" Target="/ppt/notesMasters/notesMaster1.xml" Id="R11609e9c38144da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7490f180e0242d5" /><Relationship Type="http://schemas.openxmlformats.org/officeDocument/2006/relationships/notesMaster" Target="/ppt/notesMasters/notesMaster1.xml" Id="R2ef3b8bdaad74a4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d811e71431b4e66" /><Relationship Type="http://schemas.openxmlformats.org/officeDocument/2006/relationships/notesMaster" Target="/ppt/notesMasters/notesMaster1.xml" Id="Red90477cf5d84c2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04097170a024dca" /><Relationship Type="http://schemas.openxmlformats.org/officeDocument/2006/relationships/notesMaster" Target="/ppt/notesMasters/notesMaster1.xml" Id="R8f940145ccea4a1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05f06469144ba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4949a95f7f49a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c1959e59f24e1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f4c37d8123442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10ec92bb8341c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cdd2ad50b84f0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1B3865B-5B93-4377-9098-435AB15F9D5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6301B98-26DE-46D2-8D55-B79B28E2AF5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D57CBBB-4CAA-4B89-BF58-56440CA2BAF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03ED2C0-FD89-4E44-91C4-ADFB0723179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0667EAF-C22F-49B4-9487-A9B9E1F19D8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77870E1-9F87-44CB-90AF-D1CFC99DD06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F17074F-195B-484F-8F51-53EE0393DD3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5C32DA20-591B-40BF-BDCB-F777C3AFDEB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22B8837-65E1-49D2-8D81-C445022C24C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3EB0A4E-D0A0-4E74-A298-28EC0FC0A69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89fdb2a8ce54eca" /><Relationship Type="http://schemas.openxmlformats.org/officeDocument/2006/relationships/slideLayout" Target="/ppt/slideLayouts/slideLayout1.xml" Id="Rec22f549203e46a2" /><Relationship Type="http://schemas.openxmlformats.org/officeDocument/2006/relationships/slideLayout" Target="/ppt/slideLayouts/slideLayout2.xml" Id="Rcad6eb475baf47bd" /><Relationship Type="http://schemas.openxmlformats.org/officeDocument/2006/relationships/slideLayout" Target="/ppt/slideLayouts/slideLayout3.xml" Id="R282d4332f3ba4c12" /><Relationship Type="http://schemas.openxmlformats.org/officeDocument/2006/relationships/slideLayout" Target="/ppt/slideLayouts/slideLayout4.xml" Id="R1981ea77c30c4d84" /><Relationship Type="http://schemas.openxmlformats.org/officeDocument/2006/relationships/slideLayout" Target="/ppt/slideLayouts/slideLayout5.xml" Id="Rfaa5d15f4e114a4e" /><Relationship Type="http://schemas.openxmlformats.org/officeDocument/2006/relationships/slideLayout" Target="/ppt/slideLayouts/slideLayout6.xml" Id="R9ec49aaa4962428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c22f549203e46a2"/>
    <p:sldLayoutId xmlns:r="http://schemas.openxmlformats.org/officeDocument/2006/relationships" id="2147483650" r:id="Rcad6eb475baf47bd"/>
    <p:sldLayoutId xmlns:r="http://schemas.openxmlformats.org/officeDocument/2006/relationships" id="2147483651" r:id="R282d4332f3ba4c12"/>
    <p:sldLayoutId xmlns:r="http://schemas.openxmlformats.org/officeDocument/2006/relationships" id="2147483652" r:id="R1981ea77c30c4d84"/>
    <p:sldLayoutId xmlns:r="http://schemas.openxmlformats.org/officeDocument/2006/relationships" id="2147483653" r:id="Rfaa5d15f4e114a4e"/>
    <p:sldLayoutId xmlns:r="http://schemas.openxmlformats.org/officeDocument/2006/relationships" id="2147483654" r:id="R9ec49aaa4962428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9e48e75b8bc4d76" /><Relationship Type="http://schemas.openxmlformats.org/officeDocument/2006/relationships/notesSlide" Target="/ppt/notesSlides/notesSlide1.xml" Id="Ra0a3e3d6e2694c7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fe3680448af4a2a" /><Relationship Type="http://schemas.openxmlformats.org/officeDocument/2006/relationships/notesSlide" Target="/ppt/notesSlides/notesSlide2.xml" Id="Rde7ad31799904a8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1513f957d9e4bd9" /><Relationship Type="http://schemas.openxmlformats.org/officeDocument/2006/relationships/notesSlide" Target="/ppt/notesSlides/notesSlide3.xml" Id="Ra16096592a8a456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4bd91740f345f8" /><Relationship Type="http://schemas.openxmlformats.org/officeDocument/2006/relationships/notesSlide" Target="/ppt/notesSlides/notesSlide4.xml" Id="R226f4007af2447b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66ba0a3a2104f62" /><Relationship Type="http://schemas.openxmlformats.org/officeDocument/2006/relationships/notesSlide" Target="/ppt/notesSlides/notesSlide5.xml" Id="R12cc54ca1a4f4ca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7df1dc3fe264ed4" /><Relationship Type="http://schemas.openxmlformats.org/officeDocument/2006/relationships/notesSlide" Target="/ppt/notesSlides/notesSlide6.xml" Id="Rf86e8134b4094fb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a6d21d69dc44053" /><Relationship Type="http://schemas.openxmlformats.org/officeDocument/2006/relationships/notesSlide" Target="/ppt/notesSlides/notesSlide7.xml" Id="Rbf9b2d53bb59458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63956787f2e4995" /><Relationship Type="http://schemas.openxmlformats.org/officeDocument/2006/relationships/notesSlide" Target="/ppt/notesSlides/notesSlide8.xml" Id="Rbda34978a2434fc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3F18E2-F0F6-4603-BF28-5CF979CB9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0">
            <a:solidFill>
              <a:srgbClr val="EAF2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9E29CB-C26A-47EA-96AF-2537AE38D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90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solidFill>
              <a:srgbClr val="17365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FA4BC7-44ED-4EB3-9A39-57A414C94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239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C9DDF0"/>
                </a:solidFill>
              </a:defRPr>
            </a:defPPr>
            <a:lvl1pPr>
              <a:defRPr sz="975" b="1">
                <a:solidFill>
                  <a:srgbClr val="C9DDF0"/>
                </a:solidFill>
              </a:defRPr>
            </a:lvl1pPr>
            <a:lvl2pPr>
              <a:defRPr sz="975" b="1">
                <a:solidFill>
                  <a:srgbClr val="C9DDF0"/>
                </a:solidFill>
              </a:defRPr>
            </a:lvl2pPr>
            <a:lvl3pPr>
              <a:defRPr sz="975" b="1">
                <a:solidFill>
                  <a:srgbClr val="C9DDF0"/>
                </a:solidFill>
              </a:defRPr>
            </a:lvl3pPr>
            <a:lvl4pPr>
              <a:defRPr sz="975" b="1">
                <a:solidFill>
                  <a:srgbClr val="C9DDF0"/>
                </a:solidFill>
              </a:defRPr>
            </a:lvl4pPr>
            <a:lvl5pPr>
              <a:defRPr sz="975" b="1">
                <a:solidFill>
                  <a:srgbClr val="C9DDF0"/>
                </a:solidFill>
              </a:defRPr>
            </a:lvl5pPr>
            <a:lvl6pPr>
              <a:defRPr sz="975" b="1">
                <a:solidFill>
                  <a:srgbClr val="C9DDF0"/>
                </a:solidFill>
              </a:defRPr>
            </a:lvl6pPr>
            <a:lvl7pPr>
              <a:defRPr sz="975" b="1">
                <a:solidFill>
                  <a:srgbClr val="C9DDF0"/>
                </a:solidFill>
              </a:defRPr>
            </a:lvl7pPr>
            <a:lvl8pPr>
              <a:defRPr sz="975" b="1">
                <a:solidFill>
                  <a:srgbClr val="C9DDF0"/>
                </a:solidFill>
              </a:defRPr>
            </a:lvl8pPr>
            <a:lvl9pPr>
              <a:defRPr sz="975" b="1">
                <a:solidFill>
                  <a:srgbClr val="C9DDF0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C9DDF0"/>
                </a:solidFill>
              </a:defRPr>
            </a:pPr>
            <a:r>
              <a:rPr sz="975" b="1">
                <a:solidFill>
                  <a:srgbClr val="C9DDF0"/>
                </a:solidFill>
              </a:rPr>
              <a:t>WEB TECHNOLOGY PROJECT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E27EAB-5C3D-492D-9C86-F7BE89571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811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FFFFFF"/>
                </a:solidFill>
              </a:defRPr>
            </a:defPPr>
            <a:lvl1pPr>
              <a:defRPr sz="3150" b="1">
                <a:solidFill>
                  <a:srgbClr val="FFFFFF"/>
                </a:solidFill>
              </a:defRPr>
            </a:lvl1pPr>
            <a:lvl2pPr>
              <a:defRPr sz="3150" b="1">
                <a:solidFill>
                  <a:srgbClr val="FFFFFF"/>
                </a:solidFill>
              </a:defRPr>
            </a:lvl2pPr>
            <a:lvl3pPr>
              <a:defRPr sz="3150" b="1">
                <a:solidFill>
                  <a:srgbClr val="FFFFFF"/>
                </a:solidFill>
              </a:defRPr>
            </a:lvl3pPr>
            <a:lvl4pPr>
              <a:defRPr sz="3150" b="1">
                <a:solidFill>
                  <a:srgbClr val="FFFFFF"/>
                </a:solidFill>
              </a:defRPr>
            </a:lvl4pPr>
            <a:lvl5pPr>
              <a:defRPr sz="3150" b="1">
                <a:solidFill>
                  <a:srgbClr val="FFFFFF"/>
                </a:solidFill>
              </a:defRPr>
            </a:lvl5pPr>
            <a:lvl6pPr>
              <a:defRPr sz="3150" b="1">
                <a:solidFill>
                  <a:srgbClr val="FFFFFF"/>
                </a:solidFill>
              </a:defRPr>
            </a:lvl6pPr>
            <a:lvl7pPr>
              <a:defRPr sz="3150" b="1">
                <a:solidFill>
                  <a:srgbClr val="FFFFFF"/>
                </a:solidFill>
              </a:defRPr>
            </a:lvl7pPr>
            <a:lvl8pPr>
              <a:defRPr sz="3150" b="1">
                <a:solidFill>
                  <a:srgbClr val="FFFFFF"/>
                </a:solidFill>
              </a:defRPr>
            </a:lvl8pPr>
            <a:lvl9pPr>
              <a:defRPr sz="31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Smart Attendance</a:t>
            </a:r>
          </a:p>
          <a:p xmlns:a="http://schemas.openxmlformats.org/drawingml/2006/main">
            <a:pPr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Management System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EE6ACD-A7C6-4DBC-A619-8ACCEB405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10125"/>
            <a:ext cx="266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DCE8F5"/>
                </a:solidFill>
              </a:defRPr>
            </a:defPPr>
            <a:lvl1pPr>
              <a:defRPr sz="1350" b="0">
                <a:solidFill>
                  <a:srgbClr val="DCE8F5"/>
                </a:solidFill>
              </a:defRPr>
            </a:lvl1pPr>
            <a:lvl2pPr>
              <a:defRPr sz="1350" b="0">
                <a:solidFill>
                  <a:srgbClr val="DCE8F5"/>
                </a:solidFill>
              </a:defRPr>
            </a:lvl2pPr>
            <a:lvl3pPr>
              <a:defRPr sz="1350" b="0">
                <a:solidFill>
                  <a:srgbClr val="DCE8F5"/>
                </a:solidFill>
              </a:defRPr>
            </a:lvl3pPr>
            <a:lvl4pPr>
              <a:defRPr sz="1350" b="0">
                <a:solidFill>
                  <a:srgbClr val="DCE8F5"/>
                </a:solidFill>
              </a:defRPr>
            </a:lvl4pPr>
            <a:lvl5pPr>
              <a:defRPr sz="1350" b="0">
                <a:solidFill>
                  <a:srgbClr val="DCE8F5"/>
                </a:solidFill>
              </a:defRPr>
            </a:lvl5pPr>
            <a:lvl6pPr>
              <a:defRPr sz="1350" b="0">
                <a:solidFill>
                  <a:srgbClr val="DCE8F5"/>
                </a:solidFill>
              </a:defRPr>
            </a:lvl6pPr>
            <a:lvl7pPr>
              <a:defRPr sz="1350" b="0">
                <a:solidFill>
                  <a:srgbClr val="DCE8F5"/>
                </a:solidFill>
              </a:defRPr>
            </a:lvl7pPr>
            <a:lvl8pPr>
              <a:defRPr sz="1350" b="0">
                <a:solidFill>
                  <a:srgbClr val="DCE8F5"/>
                </a:solidFill>
              </a:defRPr>
            </a:lvl8pPr>
            <a:lvl9pPr>
              <a:defRPr sz="1350" b="0">
                <a:solidFill>
                  <a:srgbClr val="DCE8F5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DCE8F5"/>
                </a:solidFill>
              </a:defRPr>
            </a:pPr>
            <a:r>
              <a:rPr sz="1350" b="0">
                <a:solidFill>
                  <a:srgbClr val="DCE8F5"/>
                </a:solidFill>
              </a:rPr>
              <a:t>PHP and MySQL application for attendance operations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9492FD-830E-49DF-95DA-435BEB3E9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666875"/>
            <a:ext cx="571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02A43"/>
                </a:solidFill>
              </a:defRPr>
            </a:defPPr>
            <a:lvl1pPr>
              <a:defRPr sz="3000" b="1">
                <a:solidFill>
                  <a:srgbClr val="102A43"/>
                </a:solidFill>
              </a:defRPr>
            </a:lvl1pPr>
            <a:lvl2pPr>
              <a:defRPr sz="3000" b="1">
                <a:solidFill>
                  <a:srgbClr val="102A43"/>
                </a:solidFill>
              </a:defRPr>
            </a:lvl2pPr>
            <a:lvl3pPr>
              <a:defRPr sz="3000" b="1">
                <a:solidFill>
                  <a:srgbClr val="102A43"/>
                </a:solidFill>
              </a:defRPr>
            </a:lvl3pPr>
            <a:lvl4pPr>
              <a:defRPr sz="3000" b="1">
                <a:solidFill>
                  <a:srgbClr val="102A43"/>
                </a:solidFill>
              </a:defRPr>
            </a:lvl4pPr>
            <a:lvl5pPr>
              <a:defRPr sz="3000" b="1">
                <a:solidFill>
                  <a:srgbClr val="102A43"/>
                </a:solidFill>
              </a:defRPr>
            </a:lvl5pPr>
            <a:lvl6pPr>
              <a:defRPr sz="3000" b="1">
                <a:solidFill>
                  <a:srgbClr val="102A43"/>
                </a:solidFill>
              </a:defRPr>
            </a:lvl6pPr>
            <a:lvl7pPr>
              <a:defRPr sz="3000" b="1">
                <a:solidFill>
                  <a:srgbClr val="102A43"/>
                </a:solidFill>
              </a:defRPr>
            </a:lvl7pPr>
            <a:lvl8pPr>
              <a:defRPr sz="3000" b="1">
                <a:solidFill>
                  <a:srgbClr val="102A43"/>
                </a:solidFill>
              </a:defRPr>
            </a:lvl8pPr>
            <a:lvl9pPr>
              <a:defRPr sz="30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02A43"/>
                </a:solidFill>
              </a:defRPr>
            </a:pPr>
            <a:r>
              <a:rPr sz="3000" b="1">
                <a:solidFill>
                  <a:srgbClr val="102A43"/>
                </a:solidFill>
              </a:rPr>
              <a:t>Project Presentation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7DB960-9C28-4567-8ED6-B27F190F0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428875"/>
            <a:ext cx="552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526B84"/>
                </a:solidFill>
              </a:defRPr>
            </a:defPPr>
            <a:lvl1pPr>
              <a:defRPr sz="1500" b="0">
                <a:solidFill>
                  <a:srgbClr val="526B84"/>
                </a:solidFill>
              </a:defRPr>
            </a:lvl1pPr>
            <a:lvl2pPr>
              <a:defRPr sz="1500" b="0">
                <a:solidFill>
                  <a:srgbClr val="526B84"/>
                </a:solidFill>
              </a:defRPr>
            </a:lvl2pPr>
            <a:lvl3pPr>
              <a:defRPr sz="1500" b="0">
                <a:solidFill>
                  <a:srgbClr val="526B84"/>
                </a:solidFill>
              </a:defRPr>
            </a:lvl3pPr>
            <a:lvl4pPr>
              <a:defRPr sz="1500" b="0">
                <a:solidFill>
                  <a:srgbClr val="526B84"/>
                </a:solidFill>
              </a:defRPr>
            </a:lvl4pPr>
            <a:lvl5pPr>
              <a:defRPr sz="1500" b="0">
                <a:solidFill>
                  <a:srgbClr val="526B84"/>
                </a:solidFill>
              </a:defRPr>
            </a:lvl5pPr>
            <a:lvl6pPr>
              <a:defRPr sz="1500" b="0">
                <a:solidFill>
                  <a:srgbClr val="526B84"/>
                </a:solidFill>
              </a:defRPr>
            </a:lvl6pPr>
            <a:lvl7pPr>
              <a:defRPr sz="1500" b="0">
                <a:solidFill>
                  <a:srgbClr val="526B84"/>
                </a:solidFill>
              </a:defRPr>
            </a:lvl7pPr>
            <a:lvl8pPr>
              <a:defRPr sz="1500" b="0">
                <a:solidFill>
                  <a:srgbClr val="526B84"/>
                </a:solidFill>
              </a:defRPr>
            </a:lvl8pPr>
            <a:lvl9pPr>
              <a:defRPr sz="1500" b="0">
                <a:solidFill>
                  <a:srgbClr val="526B84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26B84"/>
                </a:solidFill>
              </a:defRPr>
            </a:pPr>
            <a:r>
              <a:rPr sz="1500" b="0">
                <a:solidFill>
                  <a:srgbClr val="526B84"/>
                </a:solidFill>
              </a:rPr>
              <a:t>Roles: Administrator, Teacher and Student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C7D5AD-CC62-4D7D-9121-9EF81692E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619500"/>
            <a:ext cx="4953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02A43"/>
                </a:solidFill>
              </a:defRPr>
            </a:defPPr>
            <a:lvl1pPr>
              <a:defRPr sz="1350" b="0">
                <a:solidFill>
                  <a:srgbClr val="102A43"/>
                </a:solidFill>
              </a:defRPr>
            </a:lvl1pPr>
            <a:lvl2pPr>
              <a:defRPr sz="1350" b="0">
                <a:solidFill>
                  <a:srgbClr val="102A43"/>
                </a:solidFill>
              </a:defRPr>
            </a:lvl2pPr>
            <a:lvl3pPr>
              <a:defRPr sz="1350" b="0">
                <a:solidFill>
                  <a:srgbClr val="102A43"/>
                </a:solidFill>
              </a:defRPr>
            </a:lvl3pPr>
            <a:lvl4pPr>
              <a:defRPr sz="1350" b="0">
                <a:solidFill>
                  <a:srgbClr val="102A43"/>
                </a:solidFill>
              </a:defRPr>
            </a:lvl4pPr>
            <a:lvl5pPr>
              <a:defRPr sz="1350" b="0">
                <a:solidFill>
                  <a:srgbClr val="102A43"/>
                </a:solidFill>
              </a:defRPr>
            </a:lvl5pPr>
            <a:lvl6pPr>
              <a:defRPr sz="1350" b="0">
                <a:solidFill>
                  <a:srgbClr val="102A43"/>
                </a:solidFill>
              </a:defRPr>
            </a:lvl6pPr>
            <a:lvl7pPr>
              <a:defRPr sz="1350" b="0">
                <a:solidFill>
                  <a:srgbClr val="102A43"/>
                </a:solidFill>
              </a:defRPr>
            </a:lvl7pPr>
            <a:lvl8pPr>
              <a:defRPr sz="1350" b="0">
                <a:solidFill>
                  <a:srgbClr val="102A43"/>
                </a:solidFill>
              </a:defRPr>
            </a:lvl8pPr>
            <a:lvl9pPr>
              <a:defRPr sz="1350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02A43"/>
                </a:solidFill>
              </a:defRPr>
            </a:pPr>
            <a:r>
              <a:rPr sz="1350" b="0">
                <a:solidFill>
                  <a:srgbClr val="102A43"/>
                </a:solidFill>
              </a:rPr>
              <a:t>Submitted by</a:t>
            </a:r>
          </a:p>
          <a:p xmlns:a="http://schemas.openxmlformats.org/drawingml/2006/main">
            <a:pPr>
              <a:defRPr sz="1350" b="0">
                <a:solidFill>
                  <a:srgbClr val="102A43"/>
                </a:solidFill>
              </a:defRPr>
            </a:pPr>
            <a:r>
              <a:rPr sz="1350" b="0">
                <a:solidFill>
                  <a:srgbClr val="102A43"/>
                </a:solidFill>
              </a:rPr>
              <a:t>Roll Number A058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 b="0">
                <a:solidFill>
                  <a:srgbClr val="102A43"/>
                </a:solidFill>
              </a:defRPr>
            </a:pPr>
            <a:r>
              <a:rPr sz="1350" b="0">
                <a:solidFill>
                  <a:srgbClr val="102A43"/>
                </a:solidFill>
              </a:rPr>
              <a:t>Department of Computer Applications</a:t>
            </a:r>
          </a:p>
        </p:txBody>
      </p:sp>
    </p:spTree>
    <p:extLst>
      <p:ext uri="{BB962C8B-B14F-4D97-AF65-F5344CB8AC3E}">
        <p14:creationId xmlns:p14="http://schemas.microsoft.com/office/powerpoint/2010/main" val="143624555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5BC042-026F-4412-8008-9396FD9F0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02A43"/>
                </a:solidFill>
              </a:defRPr>
            </a:defPPr>
            <a:lvl1pPr>
              <a:defRPr sz="2550" b="1">
                <a:solidFill>
                  <a:srgbClr val="102A43"/>
                </a:solidFill>
              </a:defRPr>
            </a:lvl1pPr>
            <a:lvl2pPr>
              <a:defRPr sz="2550" b="1">
                <a:solidFill>
                  <a:srgbClr val="102A43"/>
                </a:solidFill>
              </a:defRPr>
            </a:lvl2pPr>
            <a:lvl3pPr>
              <a:defRPr sz="2550" b="1">
                <a:solidFill>
                  <a:srgbClr val="102A43"/>
                </a:solidFill>
              </a:defRPr>
            </a:lvl3pPr>
            <a:lvl4pPr>
              <a:defRPr sz="2550" b="1">
                <a:solidFill>
                  <a:srgbClr val="102A43"/>
                </a:solidFill>
              </a:defRPr>
            </a:lvl4pPr>
            <a:lvl5pPr>
              <a:defRPr sz="2550" b="1">
                <a:solidFill>
                  <a:srgbClr val="102A43"/>
                </a:solidFill>
              </a:defRPr>
            </a:lvl5pPr>
            <a:lvl6pPr>
              <a:defRPr sz="2550" b="1">
                <a:solidFill>
                  <a:srgbClr val="102A43"/>
                </a:solidFill>
              </a:defRPr>
            </a:lvl6pPr>
            <a:lvl7pPr>
              <a:defRPr sz="2550" b="1">
                <a:solidFill>
                  <a:srgbClr val="102A43"/>
                </a:solidFill>
              </a:defRPr>
            </a:lvl7pPr>
            <a:lvl8pPr>
              <a:defRPr sz="2550" b="1">
                <a:solidFill>
                  <a:srgbClr val="102A43"/>
                </a:solidFill>
              </a:defRPr>
            </a:lvl8pPr>
            <a:lvl9pPr>
              <a:defRPr sz="255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02A43"/>
                </a:solidFill>
              </a:defRPr>
            </a:pPr>
            <a:r>
              <a:rPr sz="2550" b="1">
                <a:solidFill>
                  <a:srgbClr val="102A43"/>
                </a:solidFill>
              </a:rPr>
              <a:t>Project Purpose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130168-FE15-4788-BD3E-729A7A1E4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049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B84"/>
                </a:solidFill>
              </a:defRPr>
            </a:defPPr>
            <a:lvl1pPr>
              <a:defRPr sz="1200" b="0">
                <a:solidFill>
                  <a:srgbClr val="526B84"/>
                </a:solidFill>
              </a:defRPr>
            </a:lvl1pPr>
            <a:lvl2pPr>
              <a:defRPr sz="1200" b="0">
                <a:solidFill>
                  <a:srgbClr val="526B84"/>
                </a:solidFill>
              </a:defRPr>
            </a:lvl2pPr>
            <a:lvl3pPr>
              <a:defRPr sz="1200" b="0">
                <a:solidFill>
                  <a:srgbClr val="526B84"/>
                </a:solidFill>
              </a:defRPr>
            </a:lvl3pPr>
            <a:lvl4pPr>
              <a:defRPr sz="1200" b="0">
                <a:solidFill>
                  <a:srgbClr val="526B84"/>
                </a:solidFill>
              </a:defRPr>
            </a:lvl4pPr>
            <a:lvl5pPr>
              <a:defRPr sz="1200" b="0">
                <a:solidFill>
                  <a:srgbClr val="526B84"/>
                </a:solidFill>
              </a:defRPr>
            </a:lvl5pPr>
            <a:lvl6pPr>
              <a:defRPr sz="1200" b="0">
                <a:solidFill>
                  <a:srgbClr val="526B84"/>
                </a:solidFill>
              </a:defRPr>
            </a:lvl6pPr>
            <a:lvl7pPr>
              <a:defRPr sz="1200" b="0">
                <a:solidFill>
                  <a:srgbClr val="526B84"/>
                </a:solidFill>
              </a:defRPr>
            </a:lvl7pPr>
            <a:lvl8pPr>
              <a:defRPr sz="1200" b="0">
                <a:solidFill>
                  <a:srgbClr val="526B84"/>
                </a:solidFill>
              </a:defRPr>
            </a:lvl8pPr>
            <a:lvl9pPr>
              <a:defRPr sz="1200" b="0">
                <a:solidFill>
                  <a:srgbClr val="526B84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B84"/>
                </a:solidFill>
              </a:defRPr>
            </a:pPr>
            <a:r>
              <a:rPr sz="1200" b="0">
                <a:solidFill>
                  <a:srgbClr val="526B84"/>
                </a:solidFill>
              </a:rPr>
              <a:t>Attendance workflows for a small academic institution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72BC58-D3EE-4C61-924E-377D28C1C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66850"/>
            <a:ext cx="10706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5B5"/>
          </a:solidFill>
          <a:ln xmlns:a="http://schemas.openxmlformats.org/drawingml/2006/main" w="0">
            <a:solidFill>
              <a:srgbClr val="2F75B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963579-7F26-4CC8-96BC-82E3EC923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28750"/>
            <a:ext cx="857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02A43"/>
                </a:solidFill>
              </a:defRPr>
            </a:defPPr>
            <a:lvl1pPr>
              <a:defRPr sz="1800" b="0">
                <a:solidFill>
                  <a:srgbClr val="102A43"/>
                </a:solidFill>
              </a:defRPr>
            </a:lvl1pPr>
            <a:lvl2pPr>
              <a:defRPr sz="1800" b="0">
                <a:solidFill>
                  <a:srgbClr val="102A43"/>
                </a:solidFill>
              </a:defRPr>
            </a:lvl2pPr>
            <a:lvl3pPr>
              <a:defRPr sz="1800" b="0">
                <a:solidFill>
                  <a:srgbClr val="102A43"/>
                </a:solidFill>
              </a:defRPr>
            </a:lvl3pPr>
            <a:lvl4pPr>
              <a:defRPr sz="1800" b="0">
                <a:solidFill>
                  <a:srgbClr val="102A43"/>
                </a:solidFill>
              </a:defRPr>
            </a:lvl4pPr>
            <a:lvl5pPr>
              <a:defRPr sz="1800" b="0">
                <a:solidFill>
                  <a:srgbClr val="102A43"/>
                </a:solidFill>
              </a:defRPr>
            </a:lvl5pPr>
            <a:lvl6pPr>
              <a:defRPr sz="1800" b="0">
                <a:solidFill>
                  <a:srgbClr val="102A43"/>
                </a:solidFill>
              </a:defRPr>
            </a:lvl6pPr>
            <a:lvl7pPr>
              <a:defRPr sz="1800" b="0">
                <a:solidFill>
                  <a:srgbClr val="102A43"/>
                </a:solidFill>
              </a:defRPr>
            </a:lvl7pPr>
            <a:lvl8pPr>
              <a:defRPr sz="1800" b="0">
                <a:solidFill>
                  <a:srgbClr val="102A43"/>
                </a:solidFill>
              </a:defRPr>
            </a:lvl8pPr>
            <a:lvl9pPr>
              <a:defRPr sz="1800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02A43"/>
                </a:solidFill>
              </a:defRPr>
            </a:pPr>
            <a:r>
              <a:rPr sz="1800" b="0">
                <a:solidFill>
                  <a:srgbClr val="102A43"/>
                </a:solidFill>
              </a:rPr>
              <a:t>The application replaces manual attendance registers with an authenticated, role-based system. It records daily attendance and gives each user only the functions and data needed for their role.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D928E2-07EB-440D-B6C9-F31D8844B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57500"/>
            <a:ext cx="2952750" cy="16764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E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BD7B9B-39A4-4FA4-9A72-2B099C071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95625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2F75B5"/>
                </a:solidFill>
              </a:defRPr>
            </a:defPPr>
            <a:lvl1pPr>
              <a:defRPr sz="1725" b="1">
                <a:solidFill>
                  <a:srgbClr val="2F75B5"/>
                </a:solidFill>
              </a:defRPr>
            </a:lvl1pPr>
            <a:lvl2pPr>
              <a:defRPr sz="1725" b="1">
                <a:solidFill>
                  <a:srgbClr val="2F75B5"/>
                </a:solidFill>
              </a:defRPr>
            </a:lvl2pPr>
            <a:lvl3pPr>
              <a:defRPr sz="1725" b="1">
                <a:solidFill>
                  <a:srgbClr val="2F75B5"/>
                </a:solidFill>
              </a:defRPr>
            </a:lvl3pPr>
            <a:lvl4pPr>
              <a:defRPr sz="1725" b="1">
                <a:solidFill>
                  <a:srgbClr val="2F75B5"/>
                </a:solidFill>
              </a:defRPr>
            </a:lvl4pPr>
            <a:lvl5pPr>
              <a:defRPr sz="1725" b="1">
                <a:solidFill>
                  <a:srgbClr val="2F75B5"/>
                </a:solidFill>
              </a:defRPr>
            </a:lvl5pPr>
            <a:lvl6pPr>
              <a:defRPr sz="1725" b="1">
                <a:solidFill>
                  <a:srgbClr val="2F75B5"/>
                </a:solidFill>
              </a:defRPr>
            </a:lvl6pPr>
            <a:lvl7pPr>
              <a:defRPr sz="1725" b="1">
                <a:solidFill>
                  <a:srgbClr val="2F75B5"/>
                </a:solidFill>
              </a:defRPr>
            </a:lvl7pPr>
            <a:lvl8pPr>
              <a:defRPr sz="1725" b="1">
                <a:solidFill>
                  <a:srgbClr val="2F75B5"/>
                </a:solidFill>
              </a:defRPr>
            </a:lvl8pPr>
            <a:lvl9pPr>
              <a:defRPr sz="1725" b="1">
                <a:solidFill>
                  <a:srgbClr val="2F75B5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2F75B5"/>
                </a:solidFill>
              </a:defRPr>
            </a:pPr>
            <a:r>
              <a:rPr sz="1725" b="1">
                <a:solidFill>
                  <a:srgbClr val="2F75B5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623E1B-4036-4F69-8DB8-640560295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195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02A43"/>
                </a:solidFill>
              </a:defRPr>
            </a:defPPr>
            <a:lvl1pPr>
              <a:defRPr sz="1650" b="1">
                <a:solidFill>
                  <a:srgbClr val="102A43"/>
                </a:solidFill>
              </a:defRPr>
            </a:lvl1pPr>
            <a:lvl2pPr>
              <a:defRPr sz="1650" b="1">
                <a:solidFill>
                  <a:srgbClr val="102A43"/>
                </a:solidFill>
              </a:defRPr>
            </a:lvl2pPr>
            <a:lvl3pPr>
              <a:defRPr sz="1650" b="1">
                <a:solidFill>
                  <a:srgbClr val="102A43"/>
                </a:solidFill>
              </a:defRPr>
            </a:lvl3pPr>
            <a:lvl4pPr>
              <a:defRPr sz="1650" b="1">
                <a:solidFill>
                  <a:srgbClr val="102A43"/>
                </a:solidFill>
              </a:defRPr>
            </a:lvl4pPr>
            <a:lvl5pPr>
              <a:defRPr sz="1650" b="1">
                <a:solidFill>
                  <a:srgbClr val="102A43"/>
                </a:solidFill>
              </a:defRPr>
            </a:lvl5pPr>
            <a:lvl6pPr>
              <a:defRPr sz="1650" b="1">
                <a:solidFill>
                  <a:srgbClr val="102A43"/>
                </a:solidFill>
              </a:defRPr>
            </a:lvl6pPr>
            <a:lvl7pPr>
              <a:defRPr sz="1650" b="1">
                <a:solidFill>
                  <a:srgbClr val="102A43"/>
                </a:solidFill>
              </a:defRPr>
            </a:lvl7pPr>
            <a:lvl8pPr>
              <a:defRPr sz="1650" b="1">
                <a:solidFill>
                  <a:srgbClr val="102A43"/>
                </a:solidFill>
              </a:defRPr>
            </a:lvl8pPr>
            <a:lvl9pPr>
              <a:defRPr sz="165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Administrators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987330-354C-46DE-94B9-ADE44A55C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57650"/>
            <a:ext cx="240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B84"/>
                </a:solidFill>
              </a:defRPr>
            </a:defPPr>
            <a:lvl1pPr>
              <a:defRPr sz="1200" b="0">
                <a:solidFill>
                  <a:srgbClr val="526B84"/>
                </a:solidFill>
              </a:defRPr>
            </a:lvl1pPr>
            <a:lvl2pPr>
              <a:defRPr sz="1200" b="0">
                <a:solidFill>
                  <a:srgbClr val="526B84"/>
                </a:solidFill>
              </a:defRPr>
            </a:lvl2pPr>
            <a:lvl3pPr>
              <a:defRPr sz="1200" b="0">
                <a:solidFill>
                  <a:srgbClr val="526B84"/>
                </a:solidFill>
              </a:defRPr>
            </a:lvl3pPr>
            <a:lvl4pPr>
              <a:defRPr sz="1200" b="0">
                <a:solidFill>
                  <a:srgbClr val="526B84"/>
                </a:solidFill>
              </a:defRPr>
            </a:lvl4pPr>
            <a:lvl5pPr>
              <a:defRPr sz="1200" b="0">
                <a:solidFill>
                  <a:srgbClr val="526B84"/>
                </a:solidFill>
              </a:defRPr>
            </a:lvl5pPr>
            <a:lvl6pPr>
              <a:defRPr sz="1200" b="0">
                <a:solidFill>
                  <a:srgbClr val="526B84"/>
                </a:solidFill>
              </a:defRPr>
            </a:lvl6pPr>
            <a:lvl7pPr>
              <a:defRPr sz="1200" b="0">
                <a:solidFill>
                  <a:srgbClr val="526B84"/>
                </a:solidFill>
              </a:defRPr>
            </a:lvl7pPr>
            <a:lvl8pPr>
              <a:defRPr sz="1200" b="0">
                <a:solidFill>
                  <a:srgbClr val="526B84"/>
                </a:solidFill>
              </a:defRPr>
            </a:lvl8pPr>
            <a:lvl9pPr>
              <a:defRPr sz="1200" b="0">
                <a:solidFill>
                  <a:srgbClr val="526B84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B84"/>
                </a:solidFill>
              </a:defRPr>
            </a:pPr>
            <a:r>
              <a:rPr sz="1200" b="0">
                <a:solidFill>
                  <a:srgbClr val="526B84"/>
                </a:solidFill>
              </a:rPr>
              <a:t>Maintain users, classes and enrollments.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4FB466-2A0A-4553-BAAD-980CF32B9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857500"/>
            <a:ext cx="2952750" cy="16764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E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7E216D-9CF1-4061-A42B-29EB71708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095625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2F75B5"/>
                </a:solidFill>
              </a:defRPr>
            </a:defPPr>
            <a:lvl1pPr>
              <a:defRPr sz="1725" b="1">
                <a:solidFill>
                  <a:srgbClr val="2F75B5"/>
                </a:solidFill>
              </a:defRPr>
            </a:lvl1pPr>
            <a:lvl2pPr>
              <a:defRPr sz="1725" b="1">
                <a:solidFill>
                  <a:srgbClr val="2F75B5"/>
                </a:solidFill>
              </a:defRPr>
            </a:lvl2pPr>
            <a:lvl3pPr>
              <a:defRPr sz="1725" b="1">
                <a:solidFill>
                  <a:srgbClr val="2F75B5"/>
                </a:solidFill>
              </a:defRPr>
            </a:lvl3pPr>
            <a:lvl4pPr>
              <a:defRPr sz="1725" b="1">
                <a:solidFill>
                  <a:srgbClr val="2F75B5"/>
                </a:solidFill>
              </a:defRPr>
            </a:lvl4pPr>
            <a:lvl5pPr>
              <a:defRPr sz="1725" b="1">
                <a:solidFill>
                  <a:srgbClr val="2F75B5"/>
                </a:solidFill>
              </a:defRPr>
            </a:lvl5pPr>
            <a:lvl6pPr>
              <a:defRPr sz="1725" b="1">
                <a:solidFill>
                  <a:srgbClr val="2F75B5"/>
                </a:solidFill>
              </a:defRPr>
            </a:lvl6pPr>
            <a:lvl7pPr>
              <a:defRPr sz="1725" b="1">
                <a:solidFill>
                  <a:srgbClr val="2F75B5"/>
                </a:solidFill>
              </a:defRPr>
            </a:lvl7pPr>
            <a:lvl8pPr>
              <a:defRPr sz="1725" b="1">
                <a:solidFill>
                  <a:srgbClr val="2F75B5"/>
                </a:solidFill>
              </a:defRPr>
            </a:lvl8pPr>
            <a:lvl9pPr>
              <a:defRPr sz="1725" b="1">
                <a:solidFill>
                  <a:srgbClr val="2F75B5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2F75B5"/>
                </a:solidFill>
              </a:defRPr>
            </a:pPr>
            <a:r>
              <a:rPr sz="1725" b="1">
                <a:solidFill>
                  <a:srgbClr val="2F75B5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B68951-F111-4FFC-921A-744DFD97A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6195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02A43"/>
                </a:solidFill>
              </a:defRPr>
            </a:defPPr>
            <a:lvl1pPr>
              <a:defRPr sz="1650" b="1">
                <a:solidFill>
                  <a:srgbClr val="102A43"/>
                </a:solidFill>
              </a:defRPr>
            </a:lvl1pPr>
            <a:lvl2pPr>
              <a:defRPr sz="1650" b="1">
                <a:solidFill>
                  <a:srgbClr val="102A43"/>
                </a:solidFill>
              </a:defRPr>
            </a:lvl2pPr>
            <a:lvl3pPr>
              <a:defRPr sz="1650" b="1">
                <a:solidFill>
                  <a:srgbClr val="102A43"/>
                </a:solidFill>
              </a:defRPr>
            </a:lvl3pPr>
            <a:lvl4pPr>
              <a:defRPr sz="1650" b="1">
                <a:solidFill>
                  <a:srgbClr val="102A43"/>
                </a:solidFill>
              </a:defRPr>
            </a:lvl4pPr>
            <a:lvl5pPr>
              <a:defRPr sz="1650" b="1">
                <a:solidFill>
                  <a:srgbClr val="102A43"/>
                </a:solidFill>
              </a:defRPr>
            </a:lvl5pPr>
            <a:lvl6pPr>
              <a:defRPr sz="1650" b="1">
                <a:solidFill>
                  <a:srgbClr val="102A43"/>
                </a:solidFill>
              </a:defRPr>
            </a:lvl6pPr>
            <a:lvl7pPr>
              <a:defRPr sz="1650" b="1">
                <a:solidFill>
                  <a:srgbClr val="102A43"/>
                </a:solidFill>
              </a:defRPr>
            </a:lvl7pPr>
            <a:lvl8pPr>
              <a:defRPr sz="1650" b="1">
                <a:solidFill>
                  <a:srgbClr val="102A43"/>
                </a:solidFill>
              </a:defRPr>
            </a:lvl8pPr>
            <a:lvl9pPr>
              <a:defRPr sz="165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Teachers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DE8BF1-4D3E-413E-9F0A-73B308F54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057650"/>
            <a:ext cx="240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B84"/>
                </a:solidFill>
              </a:defRPr>
            </a:defPPr>
            <a:lvl1pPr>
              <a:defRPr sz="1200" b="0">
                <a:solidFill>
                  <a:srgbClr val="526B84"/>
                </a:solidFill>
              </a:defRPr>
            </a:lvl1pPr>
            <a:lvl2pPr>
              <a:defRPr sz="1200" b="0">
                <a:solidFill>
                  <a:srgbClr val="526B84"/>
                </a:solidFill>
              </a:defRPr>
            </a:lvl2pPr>
            <a:lvl3pPr>
              <a:defRPr sz="1200" b="0">
                <a:solidFill>
                  <a:srgbClr val="526B84"/>
                </a:solidFill>
              </a:defRPr>
            </a:lvl3pPr>
            <a:lvl4pPr>
              <a:defRPr sz="1200" b="0">
                <a:solidFill>
                  <a:srgbClr val="526B84"/>
                </a:solidFill>
              </a:defRPr>
            </a:lvl4pPr>
            <a:lvl5pPr>
              <a:defRPr sz="1200" b="0">
                <a:solidFill>
                  <a:srgbClr val="526B84"/>
                </a:solidFill>
              </a:defRPr>
            </a:lvl5pPr>
            <a:lvl6pPr>
              <a:defRPr sz="1200" b="0">
                <a:solidFill>
                  <a:srgbClr val="526B84"/>
                </a:solidFill>
              </a:defRPr>
            </a:lvl6pPr>
            <a:lvl7pPr>
              <a:defRPr sz="1200" b="0">
                <a:solidFill>
                  <a:srgbClr val="526B84"/>
                </a:solidFill>
              </a:defRPr>
            </a:lvl7pPr>
            <a:lvl8pPr>
              <a:defRPr sz="1200" b="0">
                <a:solidFill>
                  <a:srgbClr val="526B84"/>
                </a:solidFill>
              </a:defRPr>
            </a:lvl8pPr>
            <a:lvl9pPr>
              <a:defRPr sz="1200" b="0">
                <a:solidFill>
                  <a:srgbClr val="526B84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B84"/>
                </a:solidFill>
              </a:defRPr>
            </a:pPr>
            <a:r>
              <a:rPr sz="1200" b="0">
                <a:solidFill>
                  <a:srgbClr val="526B84"/>
                </a:solidFill>
              </a:rPr>
              <a:t>Record attendance for assigned classes.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6B3B7A-20AB-47B0-B663-A9CD7FB26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857500"/>
            <a:ext cx="2952750" cy="16764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E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5FFE84-79DF-4AC9-A396-CE880B751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095625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2F75B5"/>
                </a:solidFill>
              </a:defRPr>
            </a:defPPr>
            <a:lvl1pPr>
              <a:defRPr sz="1725" b="1">
                <a:solidFill>
                  <a:srgbClr val="2F75B5"/>
                </a:solidFill>
              </a:defRPr>
            </a:lvl1pPr>
            <a:lvl2pPr>
              <a:defRPr sz="1725" b="1">
                <a:solidFill>
                  <a:srgbClr val="2F75B5"/>
                </a:solidFill>
              </a:defRPr>
            </a:lvl2pPr>
            <a:lvl3pPr>
              <a:defRPr sz="1725" b="1">
                <a:solidFill>
                  <a:srgbClr val="2F75B5"/>
                </a:solidFill>
              </a:defRPr>
            </a:lvl3pPr>
            <a:lvl4pPr>
              <a:defRPr sz="1725" b="1">
                <a:solidFill>
                  <a:srgbClr val="2F75B5"/>
                </a:solidFill>
              </a:defRPr>
            </a:lvl4pPr>
            <a:lvl5pPr>
              <a:defRPr sz="1725" b="1">
                <a:solidFill>
                  <a:srgbClr val="2F75B5"/>
                </a:solidFill>
              </a:defRPr>
            </a:lvl5pPr>
            <a:lvl6pPr>
              <a:defRPr sz="1725" b="1">
                <a:solidFill>
                  <a:srgbClr val="2F75B5"/>
                </a:solidFill>
              </a:defRPr>
            </a:lvl6pPr>
            <a:lvl7pPr>
              <a:defRPr sz="1725" b="1">
                <a:solidFill>
                  <a:srgbClr val="2F75B5"/>
                </a:solidFill>
              </a:defRPr>
            </a:lvl7pPr>
            <a:lvl8pPr>
              <a:defRPr sz="1725" b="1">
                <a:solidFill>
                  <a:srgbClr val="2F75B5"/>
                </a:solidFill>
              </a:defRPr>
            </a:lvl8pPr>
            <a:lvl9pPr>
              <a:defRPr sz="1725" b="1">
                <a:solidFill>
                  <a:srgbClr val="2F75B5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2F75B5"/>
                </a:solidFill>
              </a:defRPr>
            </a:pPr>
            <a:r>
              <a:rPr sz="1725" b="1">
                <a:solidFill>
                  <a:srgbClr val="2F75B5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CDB9FB-AA06-4832-AFA0-119E24AC7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6195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02A43"/>
                </a:solidFill>
              </a:defRPr>
            </a:defPPr>
            <a:lvl1pPr>
              <a:defRPr sz="1650" b="1">
                <a:solidFill>
                  <a:srgbClr val="102A43"/>
                </a:solidFill>
              </a:defRPr>
            </a:lvl1pPr>
            <a:lvl2pPr>
              <a:defRPr sz="1650" b="1">
                <a:solidFill>
                  <a:srgbClr val="102A43"/>
                </a:solidFill>
              </a:defRPr>
            </a:lvl2pPr>
            <a:lvl3pPr>
              <a:defRPr sz="1650" b="1">
                <a:solidFill>
                  <a:srgbClr val="102A43"/>
                </a:solidFill>
              </a:defRPr>
            </a:lvl3pPr>
            <a:lvl4pPr>
              <a:defRPr sz="1650" b="1">
                <a:solidFill>
                  <a:srgbClr val="102A43"/>
                </a:solidFill>
              </a:defRPr>
            </a:lvl4pPr>
            <a:lvl5pPr>
              <a:defRPr sz="1650" b="1">
                <a:solidFill>
                  <a:srgbClr val="102A43"/>
                </a:solidFill>
              </a:defRPr>
            </a:lvl5pPr>
            <a:lvl6pPr>
              <a:defRPr sz="1650" b="1">
                <a:solidFill>
                  <a:srgbClr val="102A43"/>
                </a:solidFill>
              </a:defRPr>
            </a:lvl6pPr>
            <a:lvl7pPr>
              <a:defRPr sz="1650" b="1">
                <a:solidFill>
                  <a:srgbClr val="102A43"/>
                </a:solidFill>
              </a:defRPr>
            </a:lvl7pPr>
            <a:lvl8pPr>
              <a:defRPr sz="1650" b="1">
                <a:solidFill>
                  <a:srgbClr val="102A43"/>
                </a:solidFill>
              </a:defRPr>
            </a:lvl8pPr>
            <a:lvl9pPr>
              <a:defRPr sz="165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Students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6E1AAE-74B6-4DF6-91CA-A229053D1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057650"/>
            <a:ext cx="240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B84"/>
                </a:solidFill>
              </a:defRPr>
            </a:defPPr>
            <a:lvl1pPr>
              <a:defRPr sz="1200" b="0">
                <a:solidFill>
                  <a:srgbClr val="526B84"/>
                </a:solidFill>
              </a:defRPr>
            </a:lvl1pPr>
            <a:lvl2pPr>
              <a:defRPr sz="1200" b="0">
                <a:solidFill>
                  <a:srgbClr val="526B84"/>
                </a:solidFill>
              </a:defRPr>
            </a:lvl2pPr>
            <a:lvl3pPr>
              <a:defRPr sz="1200" b="0">
                <a:solidFill>
                  <a:srgbClr val="526B84"/>
                </a:solidFill>
              </a:defRPr>
            </a:lvl3pPr>
            <a:lvl4pPr>
              <a:defRPr sz="1200" b="0">
                <a:solidFill>
                  <a:srgbClr val="526B84"/>
                </a:solidFill>
              </a:defRPr>
            </a:lvl4pPr>
            <a:lvl5pPr>
              <a:defRPr sz="1200" b="0">
                <a:solidFill>
                  <a:srgbClr val="526B84"/>
                </a:solidFill>
              </a:defRPr>
            </a:lvl5pPr>
            <a:lvl6pPr>
              <a:defRPr sz="1200" b="0">
                <a:solidFill>
                  <a:srgbClr val="526B84"/>
                </a:solidFill>
              </a:defRPr>
            </a:lvl6pPr>
            <a:lvl7pPr>
              <a:defRPr sz="1200" b="0">
                <a:solidFill>
                  <a:srgbClr val="526B84"/>
                </a:solidFill>
              </a:defRPr>
            </a:lvl7pPr>
            <a:lvl8pPr>
              <a:defRPr sz="1200" b="0">
                <a:solidFill>
                  <a:srgbClr val="526B84"/>
                </a:solidFill>
              </a:defRPr>
            </a:lvl8pPr>
            <a:lvl9pPr>
              <a:defRPr sz="1200" b="0">
                <a:solidFill>
                  <a:srgbClr val="526B84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B84"/>
                </a:solidFill>
              </a:defRPr>
            </a:pPr>
            <a:r>
              <a:rPr sz="1200" b="0">
                <a:solidFill>
                  <a:srgbClr val="526B84"/>
                </a:solidFill>
              </a:rPr>
              <a:t>Review personal attendance history and reports.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44997B-D7C9-44D5-AE84-F5954E043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579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>
                <a:solidFill>
                  <a:srgbClr val="526B84"/>
                </a:solidFill>
              </a:defRPr>
            </a:defPPr>
            <a:lvl1pPr>
              <a:defRPr sz="750" b="0">
                <a:solidFill>
                  <a:srgbClr val="526B84"/>
                </a:solidFill>
              </a:defRPr>
            </a:lvl1pPr>
            <a:lvl2pPr>
              <a:defRPr sz="750" b="0">
                <a:solidFill>
                  <a:srgbClr val="526B84"/>
                </a:solidFill>
              </a:defRPr>
            </a:lvl2pPr>
            <a:lvl3pPr>
              <a:defRPr sz="750" b="0">
                <a:solidFill>
                  <a:srgbClr val="526B84"/>
                </a:solidFill>
              </a:defRPr>
            </a:lvl3pPr>
            <a:lvl4pPr>
              <a:defRPr sz="750" b="0">
                <a:solidFill>
                  <a:srgbClr val="526B84"/>
                </a:solidFill>
              </a:defRPr>
            </a:lvl4pPr>
            <a:lvl5pPr>
              <a:defRPr sz="750" b="0">
                <a:solidFill>
                  <a:srgbClr val="526B84"/>
                </a:solidFill>
              </a:defRPr>
            </a:lvl5pPr>
            <a:lvl6pPr>
              <a:defRPr sz="750" b="0">
                <a:solidFill>
                  <a:srgbClr val="526B84"/>
                </a:solidFill>
              </a:defRPr>
            </a:lvl6pPr>
            <a:lvl7pPr>
              <a:defRPr sz="750" b="0">
                <a:solidFill>
                  <a:srgbClr val="526B84"/>
                </a:solidFill>
              </a:defRPr>
            </a:lvl7pPr>
            <a:lvl8pPr>
              <a:defRPr sz="750" b="0">
                <a:solidFill>
                  <a:srgbClr val="526B84"/>
                </a:solidFill>
              </a:defRPr>
            </a:lvl8pPr>
            <a:lvl9pPr>
              <a:defRPr sz="750" b="0">
                <a:solidFill>
                  <a:srgbClr val="526B84"/>
                </a:solidFill>
              </a:defRPr>
            </a:lvl9pPr>
          </a:lstStyle>
          <a:p xmlns:a="http://schemas.openxmlformats.org/drawingml/2006/main">
            <a:pPr>
              <a:defRPr sz="750" b="0">
                <a:solidFill>
                  <a:srgbClr val="526B84"/>
                </a:solidFill>
              </a:defRPr>
            </a:pPr>
            <a:r>
              <a:rPr sz="750" b="0">
                <a:solidFill>
                  <a:srgbClr val="526B84"/>
                </a:solidFill>
              </a:rPr>
              <a:t>Smart Attendance Management System   |   2</a:t>
            </a:r>
          </a:p>
        </p:txBody>
      </p:sp>
    </p:spTree>
    <p:extLst>
      <p:ext uri="{BB962C8B-B14F-4D97-AF65-F5344CB8AC3E}">
        <p14:creationId xmlns:p14="http://schemas.microsoft.com/office/powerpoint/2010/main" val="130007709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50736D-0824-408F-884A-49E8B486B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02A43"/>
                </a:solidFill>
              </a:defRPr>
            </a:defPPr>
            <a:lvl1pPr>
              <a:defRPr sz="2550" b="1">
                <a:solidFill>
                  <a:srgbClr val="102A43"/>
                </a:solidFill>
              </a:defRPr>
            </a:lvl1pPr>
            <a:lvl2pPr>
              <a:defRPr sz="2550" b="1">
                <a:solidFill>
                  <a:srgbClr val="102A43"/>
                </a:solidFill>
              </a:defRPr>
            </a:lvl2pPr>
            <a:lvl3pPr>
              <a:defRPr sz="2550" b="1">
                <a:solidFill>
                  <a:srgbClr val="102A43"/>
                </a:solidFill>
              </a:defRPr>
            </a:lvl3pPr>
            <a:lvl4pPr>
              <a:defRPr sz="2550" b="1">
                <a:solidFill>
                  <a:srgbClr val="102A43"/>
                </a:solidFill>
              </a:defRPr>
            </a:lvl4pPr>
            <a:lvl5pPr>
              <a:defRPr sz="2550" b="1">
                <a:solidFill>
                  <a:srgbClr val="102A43"/>
                </a:solidFill>
              </a:defRPr>
            </a:lvl5pPr>
            <a:lvl6pPr>
              <a:defRPr sz="2550" b="1">
                <a:solidFill>
                  <a:srgbClr val="102A43"/>
                </a:solidFill>
              </a:defRPr>
            </a:lvl6pPr>
            <a:lvl7pPr>
              <a:defRPr sz="2550" b="1">
                <a:solidFill>
                  <a:srgbClr val="102A43"/>
                </a:solidFill>
              </a:defRPr>
            </a:lvl7pPr>
            <a:lvl8pPr>
              <a:defRPr sz="2550" b="1">
                <a:solidFill>
                  <a:srgbClr val="102A43"/>
                </a:solidFill>
              </a:defRPr>
            </a:lvl8pPr>
            <a:lvl9pPr>
              <a:defRPr sz="255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02A43"/>
                </a:solidFill>
              </a:defRPr>
            </a:pPr>
            <a:r>
              <a:rPr sz="2550" b="1">
                <a:solidFill>
                  <a:srgbClr val="102A43"/>
                </a:solidFill>
              </a:rPr>
              <a:t>System Modules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3F42E2-E760-4671-B6F7-C6FC8527D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049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B84"/>
                </a:solidFill>
              </a:defRPr>
            </a:defPPr>
            <a:lvl1pPr>
              <a:defRPr sz="1200" b="0">
                <a:solidFill>
                  <a:srgbClr val="526B84"/>
                </a:solidFill>
              </a:defRPr>
            </a:lvl1pPr>
            <a:lvl2pPr>
              <a:defRPr sz="1200" b="0">
                <a:solidFill>
                  <a:srgbClr val="526B84"/>
                </a:solidFill>
              </a:defRPr>
            </a:lvl2pPr>
            <a:lvl3pPr>
              <a:defRPr sz="1200" b="0">
                <a:solidFill>
                  <a:srgbClr val="526B84"/>
                </a:solidFill>
              </a:defRPr>
            </a:lvl3pPr>
            <a:lvl4pPr>
              <a:defRPr sz="1200" b="0">
                <a:solidFill>
                  <a:srgbClr val="526B84"/>
                </a:solidFill>
              </a:defRPr>
            </a:lvl4pPr>
            <a:lvl5pPr>
              <a:defRPr sz="1200" b="0">
                <a:solidFill>
                  <a:srgbClr val="526B84"/>
                </a:solidFill>
              </a:defRPr>
            </a:lvl5pPr>
            <a:lvl6pPr>
              <a:defRPr sz="1200" b="0">
                <a:solidFill>
                  <a:srgbClr val="526B84"/>
                </a:solidFill>
              </a:defRPr>
            </a:lvl6pPr>
            <a:lvl7pPr>
              <a:defRPr sz="1200" b="0">
                <a:solidFill>
                  <a:srgbClr val="526B84"/>
                </a:solidFill>
              </a:defRPr>
            </a:lvl7pPr>
            <a:lvl8pPr>
              <a:defRPr sz="1200" b="0">
                <a:solidFill>
                  <a:srgbClr val="526B84"/>
                </a:solidFill>
              </a:defRPr>
            </a:lvl8pPr>
            <a:lvl9pPr>
              <a:defRPr sz="1200" b="0">
                <a:solidFill>
                  <a:srgbClr val="526B84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B84"/>
                </a:solidFill>
              </a:defRPr>
            </a:pPr>
            <a:r>
              <a:rPr sz="1200" b="0">
                <a:solidFill>
                  <a:srgbClr val="526B84"/>
                </a:solidFill>
              </a:rPr>
              <a:t>Core functions delivered in the web application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B65EEA-5CF0-4D44-B6E8-780036D97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66850"/>
            <a:ext cx="10706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5B5"/>
          </a:solidFill>
          <a:ln xmlns:a="http://schemas.openxmlformats.org/drawingml/2006/main" w="0">
            <a:solidFill>
              <a:srgbClr val="2F75B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BCE655-9B88-48BE-A313-3083F3BDA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81125"/>
            <a:ext cx="1143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53AAC2-5348-4368-B352-5458C87CC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40017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102A43"/>
                </a:solidFill>
              </a:defRPr>
            </a:defPPr>
            <a:lvl1pPr>
              <a:defRPr sz="1575" b="1">
                <a:solidFill>
                  <a:srgbClr val="102A43"/>
                </a:solidFill>
              </a:defRPr>
            </a:lvl1pPr>
            <a:lvl2pPr>
              <a:defRPr sz="1575" b="1">
                <a:solidFill>
                  <a:srgbClr val="102A43"/>
                </a:solidFill>
              </a:defRPr>
            </a:lvl2pPr>
            <a:lvl3pPr>
              <a:defRPr sz="1575" b="1">
                <a:solidFill>
                  <a:srgbClr val="102A43"/>
                </a:solidFill>
              </a:defRPr>
            </a:lvl3pPr>
            <a:lvl4pPr>
              <a:defRPr sz="1575" b="1">
                <a:solidFill>
                  <a:srgbClr val="102A43"/>
                </a:solidFill>
              </a:defRPr>
            </a:lvl4pPr>
            <a:lvl5pPr>
              <a:defRPr sz="1575" b="1">
                <a:solidFill>
                  <a:srgbClr val="102A43"/>
                </a:solidFill>
              </a:defRPr>
            </a:lvl5pPr>
            <a:lvl6pPr>
              <a:defRPr sz="1575" b="1">
                <a:solidFill>
                  <a:srgbClr val="102A43"/>
                </a:solidFill>
              </a:defRPr>
            </a:lvl6pPr>
            <a:lvl7pPr>
              <a:defRPr sz="1575" b="1">
                <a:solidFill>
                  <a:srgbClr val="102A43"/>
                </a:solidFill>
              </a:defRPr>
            </a:lvl7pPr>
            <a:lvl8pPr>
              <a:defRPr sz="1575" b="1">
                <a:solidFill>
                  <a:srgbClr val="102A43"/>
                </a:solidFill>
              </a:defRPr>
            </a:lvl8pPr>
            <a:lvl9pPr>
              <a:defRPr sz="1575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02A43"/>
                </a:solidFill>
              </a:defRPr>
            </a:pPr>
            <a:r>
              <a:rPr sz="1575" b="1">
                <a:solidFill>
                  <a:srgbClr val="102A43"/>
                </a:solidFill>
              </a:rPr>
              <a:t>Authentication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F3B2D8-811B-46BA-8E28-A60883725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419225"/>
            <a:ext cx="628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B84"/>
                </a:solidFill>
              </a:defRPr>
            </a:defPPr>
            <a:lvl1pPr>
              <a:defRPr sz="1275" b="0">
                <a:solidFill>
                  <a:srgbClr val="526B84"/>
                </a:solidFill>
              </a:defRPr>
            </a:lvl1pPr>
            <a:lvl2pPr>
              <a:defRPr sz="1275" b="0">
                <a:solidFill>
                  <a:srgbClr val="526B84"/>
                </a:solidFill>
              </a:defRPr>
            </a:lvl2pPr>
            <a:lvl3pPr>
              <a:defRPr sz="1275" b="0">
                <a:solidFill>
                  <a:srgbClr val="526B84"/>
                </a:solidFill>
              </a:defRPr>
            </a:lvl3pPr>
            <a:lvl4pPr>
              <a:defRPr sz="1275" b="0">
                <a:solidFill>
                  <a:srgbClr val="526B84"/>
                </a:solidFill>
              </a:defRPr>
            </a:lvl4pPr>
            <a:lvl5pPr>
              <a:defRPr sz="1275" b="0">
                <a:solidFill>
                  <a:srgbClr val="526B84"/>
                </a:solidFill>
              </a:defRPr>
            </a:lvl5pPr>
            <a:lvl6pPr>
              <a:defRPr sz="1275" b="0">
                <a:solidFill>
                  <a:srgbClr val="526B84"/>
                </a:solidFill>
              </a:defRPr>
            </a:lvl6pPr>
            <a:lvl7pPr>
              <a:defRPr sz="1275" b="0">
                <a:solidFill>
                  <a:srgbClr val="526B84"/>
                </a:solidFill>
              </a:defRPr>
            </a:lvl7pPr>
            <a:lvl8pPr>
              <a:defRPr sz="1275" b="0">
                <a:solidFill>
                  <a:srgbClr val="526B84"/>
                </a:solidFill>
              </a:defRPr>
            </a:lvl8pPr>
            <a:lvl9pPr>
              <a:defRPr sz="1275" b="0">
                <a:solidFill>
                  <a:srgbClr val="526B84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B84"/>
                </a:solidFill>
              </a:defRPr>
            </a:pPr>
            <a:r>
              <a:rPr sz="1275" b="0">
                <a:solidFill>
                  <a:srgbClr val="526B84"/>
                </a:solidFill>
              </a:rPr>
              <a:t>Email login, password verification and session control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CF0674-632E-4C82-B9E0-73DADE4C6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62175"/>
            <a:ext cx="1143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5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D7AD95-9C2F-4E8B-ADC3-3D42BB38A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812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102A43"/>
                </a:solidFill>
              </a:defRPr>
            </a:defPPr>
            <a:lvl1pPr>
              <a:defRPr sz="1575" b="1">
                <a:solidFill>
                  <a:srgbClr val="102A43"/>
                </a:solidFill>
              </a:defRPr>
            </a:lvl1pPr>
            <a:lvl2pPr>
              <a:defRPr sz="1575" b="1">
                <a:solidFill>
                  <a:srgbClr val="102A43"/>
                </a:solidFill>
              </a:defRPr>
            </a:lvl2pPr>
            <a:lvl3pPr>
              <a:defRPr sz="1575" b="1">
                <a:solidFill>
                  <a:srgbClr val="102A43"/>
                </a:solidFill>
              </a:defRPr>
            </a:lvl3pPr>
            <a:lvl4pPr>
              <a:defRPr sz="1575" b="1">
                <a:solidFill>
                  <a:srgbClr val="102A43"/>
                </a:solidFill>
              </a:defRPr>
            </a:lvl4pPr>
            <a:lvl5pPr>
              <a:defRPr sz="1575" b="1">
                <a:solidFill>
                  <a:srgbClr val="102A43"/>
                </a:solidFill>
              </a:defRPr>
            </a:lvl5pPr>
            <a:lvl6pPr>
              <a:defRPr sz="1575" b="1">
                <a:solidFill>
                  <a:srgbClr val="102A43"/>
                </a:solidFill>
              </a:defRPr>
            </a:lvl6pPr>
            <a:lvl7pPr>
              <a:defRPr sz="1575" b="1">
                <a:solidFill>
                  <a:srgbClr val="102A43"/>
                </a:solidFill>
              </a:defRPr>
            </a:lvl7pPr>
            <a:lvl8pPr>
              <a:defRPr sz="1575" b="1">
                <a:solidFill>
                  <a:srgbClr val="102A43"/>
                </a:solidFill>
              </a:defRPr>
            </a:lvl8pPr>
            <a:lvl9pPr>
              <a:defRPr sz="1575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02A43"/>
                </a:solidFill>
              </a:defRPr>
            </a:pPr>
            <a:r>
              <a:rPr sz="1575" b="1">
                <a:solidFill>
                  <a:srgbClr val="102A43"/>
                </a:solidFill>
              </a:rPr>
              <a:t>Administration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216859-C7D7-4DD5-8A68-F2B20525C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200275"/>
            <a:ext cx="628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B84"/>
                </a:solidFill>
              </a:defRPr>
            </a:defPPr>
            <a:lvl1pPr>
              <a:defRPr sz="1275" b="0">
                <a:solidFill>
                  <a:srgbClr val="526B84"/>
                </a:solidFill>
              </a:defRPr>
            </a:lvl1pPr>
            <a:lvl2pPr>
              <a:defRPr sz="1275" b="0">
                <a:solidFill>
                  <a:srgbClr val="526B84"/>
                </a:solidFill>
              </a:defRPr>
            </a:lvl2pPr>
            <a:lvl3pPr>
              <a:defRPr sz="1275" b="0">
                <a:solidFill>
                  <a:srgbClr val="526B84"/>
                </a:solidFill>
              </a:defRPr>
            </a:lvl3pPr>
            <a:lvl4pPr>
              <a:defRPr sz="1275" b="0">
                <a:solidFill>
                  <a:srgbClr val="526B84"/>
                </a:solidFill>
              </a:defRPr>
            </a:lvl4pPr>
            <a:lvl5pPr>
              <a:defRPr sz="1275" b="0">
                <a:solidFill>
                  <a:srgbClr val="526B84"/>
                </a:solidFill>
              </a:defRPr>
            </a:lvl5pPr>
            <a:lvl6pPr>
              <a:defRPr sz="1275" b="0">
                <a:solidFill>
                  <a:srgbClr val="526B84"/>
                </a:solidFill>
              </a:defRPr>
            </a:lvl6pPr>
            <a:lvl7pPr>
              <a:defRPr sz="1275" b="0">
                <a:solidFill>
                  <a:srgbClr val="526B84"/>
                </a:solidFill>
              </a:defRPr>
            </a:lvl7pPr>
            <a:lvl8pPr>
              <a:defRPr sz="1275" b="0">
                <a:solidFill>
                  <a:srgbClr val="526B84"/>
                </a:solidFill>
              </a:defRPr>
            </a:lvl8pPr>
            <a:lvl9pPr>
              <a:defRPr sz="1275" b="0">
                <a:solidFill>
                  <a:srgbClr val="526B84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B84"/>
                </a:solidFill>
              </a:defRPr>
            </a:pPr>
            <a:r>
              <a:rPr sz="1275" b="0">
                <a:solidFill>
                  <a:srgbClr val="526B84"/>
                </a:solidFill>
              </a:rPr>
              <a:t>User and class CRUD with student enrollment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C89A36-3889-4E8A-BC3A-B95FD7A8D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43225"/>
            <a:ext cx="1143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24975F-5AA3-4DA9-9B21-D5199AF22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96227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102A43"/>
                </a:solidFill>
              </a:defRPr>
            </a:defPPr>
            <a:lvl1pPr>
              <a:defRPr sz="1575" b="1">
                <a:solidFill>
                  <a:srgbClr val="102A43"/>
                </a:solidFill>
              </a:defRPr>
            </a:lvl1pPr>
            <a:lvl2pPr>
              <a:defRPr sz="1575" b="1">
                <a:solidFill>
                  <a:srgbClr val="102A43"/>
                </a:solidFill>
              </a:defRPr>
            </a:lvl2pPr>
            <a:lvl3pPr>
              <a:defRPr sz="1575" b="1">
                <a:solidFill>
                  <a:srgbClr val="102A43"/>
                </a:solidFill>
              </a:defRPr>
            </a:lvl3pPr>
            <a:lvl4pPr>
              <a:defRPr sz="1575" b="1">
                <a:solidFill>
                  <a:srgbClr val="102A43"/>
                </a:solidFill>
              </a:defRPr>
            </a:lvl4pPr>
            <a:lvl5pPr>
              <a:defRPr sz="1575" b="1">
                <a:solidFill>
                  <a:srgbClr val="102A43"/>
                </a:solidFill>
              </a:defRPr>
            </a:lvl5pPr>
            <a:lvl6pPr>
              <a:defRPr sz="1575" b="1">
                <a:solidFill>
                  <a:srgbClr val="102A43"/>
                </a:solidFill>
              </a:defRPr>
            </a:lvl6pPr>
            <a:lvl7pPr>
              <a:defRPr sz="1575" b="1">
                <a:solidFill>
                  <a:srgbClr val="102A43"/>
                </a:solidFill>
              </a:defRPr>
            </a:lvl7pPr>
            <a:lvl8pPr>
              <a:defRPr sz="1575" b="1">
                <a:solidFill>
                  <a:srgbClr val="102A43"/>
                </a:solidFill>
              </a:defRPr>
            </a:lvl8pPr>
            <a:lvl9pPr>
              <a:defRPr sz="1575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02A43"/>
                </a:solidFill>
              </a:defRPr>
            </a:pPr>
            <a:r>
              <a:rPr sz="1575" b="1">
                <a:solidFill>
                  <a:srgbClr val="102A43"/>
                </a:solidFill>
              </a:rPr>
              <a:t>Attendance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E577E8-8B98-4D92-858D-650117ABE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981325"/>
            <a:ext cx="628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B84"/>
                </a:solidFill>
              </a:defRPr>
            </a:defPPr>
            <a:lvl1pPr>
              <a:defRPr sz="1275" b="0">
                <a:solidFill>
                  <a:srgbClr val="526B84"/>
                </a:solidFill>
              </a:defRPr>
            </a:lvl1pPr>
            <a:lvl2pPr>
              <a:defRPr sz="1275" b="0">
                <a:solidFill>
                  <a:srgbClr val="526B84"/>
                </a:solidFill>
              </a:defRPr>
            </a:lvl2pPr>
            <a:lvl3pPr>
              <a:defRPr sz="1275" b="0">
                <a:solidFill>
                  <a:srgbClr val="526B84"/>
                </a:solidFill>
              </a:defRPr>
            </a:lvl3pPr>
            <a:lvl4pPr>
              <a:defRPr sz="1275" b="0">
                <a:solidFill>
                  <a:srgbClr val="526B84"/>
                </a:solidFill>
              </a:defRPr>
            </a:lvl4pPr>
            <a:lvl5pPr>
              <a:defRPr sz="1275" b="0">
                <a:solidFill>
                  <a:srgbClr val="526B84"/>
                </a:solidFill>
              </a:defRPr>
            </a:lvl5pPr>
            <a:lvl6pPr>
              <a:defRPr sz="1275" b="0">
                <a:solidFill>
                  <a:srgbClr val="526B84"/>
                </a:solidFill>
              </a:defRPr>
            </a:lvl6pPr>
            <a:lvl7pPr>
              <a:defRPr sz="1275" b="0">
                <a:solidFill>
                  <a:srgbClr val="526B84"/>
                </a:solidFill>
              </a:defRPr>
            </a:lvl7pPr>
            <a:lvl8pPr>
              <a:defRPr sz="1275" b="0">
                <a:solidFill>
                  <a:srgbClr val="526B84"/>
                </a:solidFill>
              </a:defRPr>
            </a:lvl8pPr>
            <a:lvl9pPr>
              <a:defRPr sz="1275" b="0">
                <a:solidFill>
                  <a:srgbClr val="526B84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B84"/>
                </a:solidFill>
              </a:defRPr>
            </a:pPr>
            <a:r>
              <a:rPr sz="1275" b="0">
                <a:solidFill>
                  <a:srgbClr val="526B84"/>
                </a:solidFill>
              </a:rPr>
              <a:t>Teacher creates or updates daily attendance status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AB65CE-BF23-48E1-9D25-45DA1BF9A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24275"/>
            <a:ext cx="1143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5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39C8DF-DE13-4467-B125-FD7EC5CF0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433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102A43"/>
                </a:solidFill>
              </a:defRPr>
            </a:defPPr>
            <a:lvl1pPr>
              <a:defRPr sz="1575" b="1">
                <a:solidFill>
                  <a:srgbClr val="102A43"/>
                </a:solidFill>
              </a:defRPr>
            </a:lvl1pPr>
            <a:lvl2pPr>
              <a:defRPr sz="1575" b="1">
                <a:solidFill>
                  <a:srgbClr val="102A43"/>
                </a:solidFill>
              </a:defRPr>
            </a:lvl2pPr>
            <a:lvl3pPr>
              <a:defRPr sz="1575" b="1">
                <a:solidFill>
                  <a:srgbClr val="102A43"/>
                </a:solidFill>
              </a:defRPr>
            </a:lvl3pPr>
            <a:lvl4pPr>
              <a:defRPr sz="1575" b="1">
                <a:solidFill>
                  <a:srgbClr val="102A43"/>
                </a:solidFill>
              </a:defRPr>
            </a:lvl4pPr>
            <a:lvl5pPr>
              <a:defRPr sz="1575" b="1">
                <a:solidFill>
                  <a:srgbClr val="102A43"/>
                </a:solidFill>
              </a:defRPr>
            </a:lvl5pPr>
            <a:lvl6pPr>
              <a:defRPr sz="1575" b="1">
                <a:solidFill>
                  <a:srgbClr val="102A43"/>
                </a:solidFill>
              </a:defRPr>
            </a:lvl6pPr>
            <a:lvl7pPr>
              <a:defRPr sz="1575" b="1">
                <a:solidFill>
                  <a:srgbClr val="102A43"/>
                </a:solidFill>
              </a:defRPr>
            </a:lvl7pPr>
            <a:lvl8pPr>
              <a:defRPr sz="1575" b="1">
                <a:solidFill>
                  <a:srgbClr val="102A43"/>
                </a:solidFill>
              </a:defRPr>
            </a:lvl8pPr>
            <a:lvl9pPr>
              <a:defRPr sz="1575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02A43"/>
                </a:solidFill>
              </a:defRPr>
            </a:pPr>
            <a:r>
              <a:rPr sz="1575" b="1">
                <a:solidFill>
                  <a:srgbClr val="102A43"/>
                </a:solidFill>
              </a:rPr>
              <a:t>Reports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6A7D3E-274B-4733-B9F7-848B74FB6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762375"/>
            <a:ext cx="628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B84"/>
                </a:solidFill>
              </a:defRPr>
            </a:defPPr>
            <a:lvl1pPr>
              <a:defRPr sz="1275" b="0">
                <a:solidFill>
                  <a:srgbClr val="526B84"/>
                </a:solidFill>
              </a:defRPr>
            </a:lvl1pPr>
            <a:lvl2pPr>
              <a:defRPr sz="1275" b="0">
                <a:solidFill>
                  <a:srgbClr val="526B84"/>
                </a:solidFill>
              </a:defRPr>
            </a:lvl2pPr>
            <a:lvl3pPr>
              <a:defRPr sz="1275" b="0">
                <a:solidFill>
                  <a:srgbClr val="526B84"/>
                </a:solidFill>
              </a:defRPr>
            </a:lvl3pPr>
            <a:lvl4pPr>
              <a:defRPr sz="1275" b="0">
                <a:solidFill>
                  <a:srgbClr val="526B84"/>
                </a:solidFill>
              </a:defRPr>
            </a:lvl4pPr>
            <a:lvl5pPr>
              <a:defRPr sz="1275" b="0">
                <a:solidFill>
                  <a:srgbClr val="526B84"/>
                </a:solidFill>
              </a:defRPr>
            </a:lvl5pPr>
            <a:lvl6pPr>
              <a:defRPr sz="1275" b="0">
                <a:solidFill>
                  <a:srgbClr val="526B84"/>
                </a:solidFill>
              </a:defRPr>
            </a:lvl6pPr>
            <a:lvl7pPr>
              <a:defRPr sz="1275" b="0">
                <a:solidFill>
                  <a:srgbClr val="526B84"/>
                </a:solidFill>
              </a:defRPr>
            </a:lvl7pPr>
            <a:lvl8pPr>
              <a:defRPr sz="1275" b="0">
                <a:solidFill>
                  <a:srgbClr val="526B84"/>
                </a:solidFill>
              </a:defRPr>
            </a:lvl8pPr>
            <a:lvl9pPr>
              <a:defRPr sz="1275" b="0">
                <a:solidFill>
                  <a:srgbClr val="526B84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B84"/>
                </a:solidFill>
              </a:defRPr>
            </a:pPr>
            <a:r>
              <a:rPr sz="1275" b="0">
                <a:solidFill>
                  <a:srgbClr val="526B84"/>
                </a:solidFill>
              </a:rPr>
              <a:t>Attendance summaries filtered by user role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B9561F-19E8-4FD8-9DEA-358837508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05325"/>
            <a:ext cx="1143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50E29C-FEAE-479F-AB98-B40F39318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2437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102A43"/>
                </a:solidFill>
              </a:defRPr>
            </a:defPPr>
            <a:lvl1pPr>
              <a:defRPr sz="1575" b="1">
                <a:solidFill>
                  <a:srgbClr val="102A43"/>
                </a:solidFill>
              </a:defRPr>
            </a:lvl1pPr>
            <a:lvl2pPr>
              <a:defRPr sz="1575" b="1">
                <a:solidFill>
                  <a:srgbClr val="102A43"/>
                </a:solidFill>
              </a:defRPr>
            </a:lvl2pPr>
            <a:lvl3pPr>
              <a:defRPr sz="1575" b="1">
                <a:solidFill>
                  <a:srgbClr val="102A43"/>
                </a:solidFill>
              </a:defRPr>
            </a:lvl3pPr>
            <a:lvl4pPr>
              <a:defRPr sz="1575" b="1">
                <a:solidFill>
                  <a:srgbClr val="102A43"/>
                </a:solidFill>
              </a:defRPr>
            </a:lvl4pPr>
            <a:lvl5pPr>
              <a:defRPr sz="1575" b="1">
                <a:solidFill>
                  <a:srgbClr val="102A43"/>
                </a:solidFill>
              </a:defRPr>
            </a:lvl5pPr>
            <a:lvl6pPr>
              <a:defRPr sz="1575" b="1">
                <a:solidFill>
                  <a:srgbClr val="102A43"/>
                </a:solidFill>
              </a:defRPr>
            </a:lvl6pPr>
            <a:lvl7pPr>
              <a:defRPr sz="1575" b="1">
                <a:solidFill>
                  <a:srgbClr val="102A43"/>
                </a:solidFill>
              </a:defRPr>
            </a:lvl7pPr>
            <a:lvl8pPr>
              <a:defRPr sz="1575" b="1">
                <a:solidFill>
                  <a:srgbClr val="102A43"/>
                </a:solidFill>
              </a:defRPr>
            </a:lvl8pPr>
            <a:lvl9pPr>
              <a:defRPr sz="1575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02A43"/>
                </a:solidFill>
              </a:defRPr>
            </a:pPr>
            <a:r>
              <a:rPr sz="1575" b="1">
                <a:solidFill>
                  <a:srgbClr val="102A43"/>
                </a:solidFill>
              </a:rPr>
              <a:t>Profile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DCAFDC-8D5C-43C0-947C-053E5F4CB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543425"/>
            <a:ext cx="628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B84"/>
                </a:solidFill>
              </a:defRPr>
            </a:defPPr>
            <a:lvl1pPr>
              <a:defRPr sz="1275" b="0">
                <a:solidFill>
                  <a:srgbClr val="526B84"/>
                </a:solidFill>
              </a:defRPr>
            </a:lvl1pPr>
            <a:lvl2pPr>
              <a:defRPr sz="1275" b="0">
                <a:solidFill>
                  <a:srgbClr val="526B84"/>
                </a:solidFill>
              </a:defRPr>
            </a:lvl2pPr>
            <a:lvl3pPr>
              <a:defRPr sz="1275" b="0">
                <a:solidFill>
                  <a:srgbClr val="526B84"/>
                </a:solidFill>
              </a:defRPr>
            </a:lvl3pPr>
            <a:lvl4pPr>
              <a:defRPr sz="1275" b="0">
                <a:solidFill>
                  <a:srgbClr val="526B84"/>
                </a:solidFill>
              </a:defRPr>
            </a:lvl4pPr>
            <a:lvl5pPr>
              <a:defRPr sz="1275" b="0">
                <a:solidFill>
                  <a:srgbClr val="526B84"/>
                </a:solidFill>
              </a:defRPr>
            </a:lvl5pPr>
            <a:lvl6pPr>
              <a:defRPr sz="1275" b="0">
                <a:solidFill>
                  <a:srgbClr val="526B84"/>
                </a:solidFill>
              </a:defRPr>
            </a:lvl6pPr>
            <a:lvl7pPr>
              <a:defRPr sz="1275" b="0">
                <a:solidFill>
                  <a:srgbClr val="526B84"/>
                </a:solidFill>
              </a:defRPr>
            </a:lvl7pPr>
            <a:lvl8pPr>
              <a:defRPr sz="1275" b="0">
                <a:solidFill>
                  <a:srgbClr val="526B84"/>
                </a:solidFill>
              </a:defRPr>
            </a:lvl8pPr>
            <a:lvl9pPr>
              <a:defRPr sz="1275" b="0">
                <a:solidFill>
                  <a:srgbClr val="526B84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B84"/>
                </a:solidFill>
              </a:defRPr>
            </a:pPr>
            <a:r>
              <a:rPr sz="1275" b="0">
                <a:solidFill>
                  <a:srgbClr val="526B84"/>
                </a:solidFill>
              </a:rPr>
              <a:t>User details and secure password change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70FC05-A40B-4411-A0D1-CCA1D097F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579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>
                <a:solidFill>
                  <a:srgbClr val="526B84"/>
                </a:solidFill>
              </a:defRPr>
            </a:defPPr>
            <a:lvl1pPr>
              <a:defRPr sz="750" b="0">
                <a:solidFill>
                  <a:srgbClr val="526B84"/>
                </a:solidFill>
              </a:defRPr>
            </a:lvl1pPr>
            <a:lvl2pPr>
              <a:defRPr sz="750" b="0">
                <a:solidFill>
                  <a:srgbClr val="526B84"/>
                </a:solidFill>
              </a:defRPr>
            </a:lvl2pPr>
            <a:lvl3pPr>
              <a:defRPr sz="750" b="0">
                <a:solidFill>
                  <a:srgbClr val="526B84"/>
                </a:solidFill>
              </a:defRPr>
            </a:lvl3pPr>
            <a:lvl4pPr>
              <a:defRPr sz="750" b="0">
                <a:solidFill>
                  <a:srgbClr val="526B84"/>
                </a:solidFill>
              </a:defRPr>
            </a:lvl4pPr>
            <a:lvl5pPr>
              <a:defRPr sz="750" b="0">
                <a:solidFill>
                  <a:srgbClr val="526B84"/>
                </a:solidFill>
              </a:defRPr>
            </a:lvl5pPr>
            <a:lvl6pPr>
              <a:defRPr sz="750" b="0">
                <a:solidFill>
                  <a:srgbClr val="526B84"/>
                </a:solidFill>
              </a:defRPr>
            </a:lvl6pPr>
            <a:lvl7pPr>
              <a:defRPr sz="750" b="0">
                <a:solidFill>
                  <a:srgbClr val="526B84"/>
                </a:solidFill>
              </a:defRPr>
            </a:lvl7pPr>
            <a:lvl8pPr>
              <a:defRPr sz="750" b="0">
                <a:solidFill>
                  <a:srgbClr val="526B84"/>
                </a:solidFill>
              </a:defRPr>
            </a:lvl8pPr>
            <a:lvl9pPr>
              <a:defRPr sz="750" b="0">
                <a:solidFill>
                  <a:srgbClr val="526B84"/>
                </a:solidFill>
              </a:defRPr>
            </a:lvl9pPr>
          </a:lstStyle>
          <a:p xmlns:a="http://schemas.openxmlformats.org/drawingml/2006/main">
            <a:pPr>
              <a:defRPr sz="750" b="0">
                <a:solidFill>
                  <a:srgbClr val="526B84"/>
                </a:solidFill>
              </a:defRPr>
            </a:pPr>
            <a:r>
              <a:rPr sz="750" b="0">
                <a:solidFill>
                  <a:srgbClr val="526B84"/>
                </a:solidFill>
              </a:rPr>
              <a:t>Smart Attendance Management System   |   3</a:t>
            </a:r>
          </a:p>
        </p:txBody>
      </p:sp>
    </p:spTree>
    <p:extLst>
      <p:ext uri="{BB962C8B-B14F-4D97-AF65-F5344CB8AC3E}">
        <p14:creationId xmlns:p14="http://schemas.microsoft.com/office/powerpoint/2010/main" val="150343974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B19C89-AE28-4E7D-85E1-BE84B4419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02A43"/>
                </a:solidFill>
              </a:defRPr>
            </a:defPPr>
            <a:lvl1pPr>
              <a:defRPr sz="2550" b="1">
                <a:solidFill>
                  <a:srgbClr val="102A43"/>
                </a:solidFill>
              </a:defRPr>
            </a:lvl1pPr>
            <a:lvl2pPr>
              <a:defRPr sz="2550" b="1">
                <a:solidFill>
                  <a:srgbClr val="102A43"/>
                </a:solidFill>
              </a:defRPr>
            </a:lvl2pPr>
            <a:lvl3pPr>
              <a:defRPr sz="2550" b="1">
                <a:solidFill>
                  <a:srgbClr val="102A43"/>
                </a:solidFill>
              </a:defRPr>
            </a:lvl3pPr>
            <a:lvl4pPr>
              <a:defRPr sz="2550" b="1">
                <a:solidFill>
                  <a:srgbClr val="102A43"/>
                </a:solidFill>
              </a:defRPr>
            </a:lvl4pPr>
            <a:lvl5pPr>
              <a:defRPr sz="2550" b="1">
                <a:solidFill>
                  <a:srgbClr val="102A43"/>
                </a:solidFill>
              </a:defRPr>
            </a:lvl5pPr>
            <a:lvl6pPr>
              <a:defRPr sz="2550" b="1">
                <a:solidFill>
                  <a:srgbClr val="102A43"/>
                </a:solidFill>
              </a:defRPr>
            </a:lvl6pPr>
            <a:lvl7pPr>
              <a:defRPr sz="2550" b="1">
                <a:solidFill>
                  <a:srgbClr val="102A43"/>
                </a:solidFill>
              </a:defRPr>
            </a:lvl7pPr>
            <a:lvl8pPr>
              <a:defRPr sz="2550" b="1">
                <a:solidFill>
                  <a:srgbClr val="102A43"/>
                </a:solidFill>
              </a:defRPr>
            </a:lvl8pPr>
            <a:lvl9pPr>
              <a:defRPr sz="255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02A43"/>
                </a:solidFill>
              </a:defRPr>
            </a:pPr>
            <a:r>
              <a:rPr sz="2550" b="1">
                <a:solidFill>
                  <a:srgbClr val="102A43"/>
                </a:solidFill>
              </a:rPr>
              <a:t>Application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4AD9D3-D142-4A8B-93E2-32CB95ADB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049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B84"/>
                </a:solidFill>
              </a:defRPr>
            </a:defPPr>
            <a:lvl1pPr>
              <a:defRPr sz="1200" b="0">
                <a:solidFill>
                  <a:srgbClr val="526B84"/>
                </a:solidFill>
              </a:defRPr>
            </a:lvl1pPr>
            <a:lvl2pPr>
              <a:defRPr sz="1200" b="0">
                <a:solidFill>
                  <a:srgbClr val="526B84"/>
                </a:solidFill>
              </a:defRPr>
            </a:lvl2pPr>
            <a:lvl3pPr>
              <a:defRPr sz="1200" b="0">
                <a:solidFill>
                  <a:srgbClr val="526B84"/>
                </a:solidFill>
              </a:defRPr>
            </a:lvl3pPr>
            <a:lvl4pPr>
              <a:defRPr sz="1200" b="0">
                <a:solidFill>
                  <a:srgbClr val="526B84"/>
                </a:solidFill>
              </a:defRPr>
            </a:lvl4pPr>
            <a:lvl5pPr>
              <a:defRPr sz="1200" b="0">
                <a:solidFill>
                  <a:srgbClr val="526B84"/>
                </a:solidFill>
              </a:defRPr>
            </a:lvl5pPr>
            <a:lvl6pPr>
              <a:defRPr sz="1200" b="0">
                <a:solidFill>
                  <a:srgbClr val="526B84"/>
                </a:solidFill>
              </a:defRPr>
            </a:lvl6pPr>
            <a:lvl7pPr>
              <a:defRPr sz="1200" b="0">
                <a:solidFill>
                  <a:srgbClr val="526B84"/>
                </a:solidFill>
              </a:defRPr>
            </a:lvl7pPr>
            <a:lvl8pPr>
              <a:defRPr sz="1200" b="0">
                <a:solidFill>
                  <a:srgbClr val="526B84"/>
                </a:solidFill>
              </a:defRPr>
            </a:lvl8pPr>
            <a:lvl9pPr>
              <a:defRPr sz="1200" b="0">
                <a:solidFill>
                  <a:srgbClr val="526B84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B84"/>
                </a:solidFill>
              </a:defRPr>
            </a:pPr>
            <a:r>
              <a:rPr sz="1200" b="0">
                <a:solidFill>
                  <a:srgbClr val="526B84"/>
                </a:solidFill>
              </a:rPr>
              <a:t>Role-based access from sign-in to protected actions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4C3B0B-C4E7-4E24-AA9B-37BB2C1DE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66850"/>
            <a:ext cx="10706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5B5"/>
          </a:solidFill>
          <a:ln xmlns:a="http://schemas.openxmlformats.org/drawingml/2006/main" w="0">
            <a:solidFill>
              <a:srgbClr val="2F75B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157FDE-B11C-4C00-A3B1-0DD180266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81250"/>
            <a:ext cx="2095500" cy="1476375"/>
          </a:xfrm>
          <a:prstGeom xmlns:a="http://schemas.openxmlformats.org/drawingml/2006/main" prst="roundRect">
            <a:avLst>
              <a:gd name="adj" fmla="val 77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AF634F-EF57-4C1E-A5DB-94A4E6D0D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47950"/>
            <a:ext cx="1666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02A43"/>
                </a:solidFill>
              </a:defRPr>
            </a:defPPr>
            <a:lvl1pPr>
              <a:defRPr sz="1650" b="1">
                <a:solidFill>
                  <a:srgbClr val="102A43"/>
                </a:solidFill>
              </a:defRPr>
            </a:lvl1pPr>
            <a:lvl2pPr>
              <a:defRPr sz="1650" b="1">
                <a:solidFill>
                  <a:srgbClr val="102A43"/>
                </a:solidFill>
              </a:defRPr>
            </a:lvl2pPr>
            <a:lvl3pPr>
              <a:defRPr sz="1650" b="1">
                <a:solidFill>
                  <a:srgbClr val="102A43"/>
                </a:solidFill>
              </a:defRPr>
            </a:lvl3pPr>
            <a:lvl4pPr>
              <a:defRPr sz="1650" b="1">
                <a:solidFill>
                  <a:srgbClr val="102A43"/>
                </a:solidFill>
              </a:defRPr>
            </a:lvl4pPr>
            <a:lvl5pPr>
              <a:defRPr sz="1650" b="1">
                <a:solidFill>
                  <a:srgbClr val="102A43"/>
                </a:solidFill>
              </a:defRPr>
            </a:lvl5pPr>
            <a:lvl6pPr>
              <a:defRPr sz="1650" b="1">
                <a:solidFill>
                  <a:srgbClr val="102A43"/>
                </a:solidFill>
              </a:defRPr>
            </a:lvl6pPr>
            <a:lvl7pPr>
              <a:defRPr sz="1650" b="1">
                <a:solidFill>
                  <a:srgbClr val="102A43"/>
                </a:solidFill>
              </a:defRPr>
            </a:lvl7pPr>
            <a:lvl8pPr>
              <a:defRPr sz="1650" b="1">
                <a:solidFill>
                  <a:srgbClr val="102A43"/>
                </a:solidFill>
              </a:defRPr>
            </a:lvl8pPr>
            <a:lvl9pPr>
              <a:defRPr sz="165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Sign 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219ACE-2E09-45CC-BDCD-499EEB65A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43250"/>
            <a:ext cx="1666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26B84"/>
                </a:solidFill>
              </a:defRPr>
            </a:defPPr>
            <a:lvl1pPr>
              <a:defRPr sz="1125" b="0">
                <a:solidFill>
                  <a:srgbClr val="526B84"/>
                </a:solidFill>
              </a:defRPr>
            </a:lvl1pPr>
            <a:lvl2pPr>
              <a:defRPr sz="1125" b="0">
                <a:solidFill>
                  <a:srgbClr val="526B84"/>
                </a:solidFill>
              </a:defRPr>
            </a:lvl2pPr>
            <a:lvl3pPr>
              <a:defRPr sz="1125" b="0">
                <a:solidFill>
                  <a:srgbClr val="526B84"/>
                </a:solidFill>
              </a:defRPr>
            </a:lvl3pPr>
            <a:lvl4pPr>
              <a:defRPr sz="1125" b="0">
                <a:solidFill>
                  <a:srgbClr val="526B84"/>
                </a:solidFill>
              </a:defRPr>
            </a:lvl4pPr>
            <a:lvl5pPr>
              <a:defRPr sz="1125" b="0">
                <a:solidFill>
                  <a:srgbClr val="526B84"/>
                </a:solidFill>
              </a:defRPr>
            </a:lvl5pPr>
            <a:lvl6pPr>
              <a:defRPr sz="1125" b="0">
                <a:solidFill>
                  <a:srgbClr val="526B84"/>
                </a:solidFill>
              </a:defRPr>
            </a:lvl6pPr>
            <a:lvl7pPr>
              <a:defRPr sz="1125" b="0">
                <a:solidFill>
                  <a:srgbClr val="526B84"/>
                </a:solidFill>
              </a:defRPr>
            </a:lvl7pPr>
            <a:lvl8pPr>
              <a:defRPr sz="1125" b="0">
                <a:solidFill>
                  <a:srgbClr val="526B84"/>
                </a:solidFill>
              </a:defRPr>
            </a:lvl8pPr>
            <a:lvl9pPr>
              <a:defRPr sz="1125" b="0">
                <a:solidFill>
                  <a:srgbClr val="526B84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26B84"/>
                </a:solidFill>
              </a:defRPr>
            </a:pPr>
            <a:r>
              <a:rPr sz="1125" b="0">
                <a:solidFill>
                  <a:srgbClr val="526B84"/>
                </a:solidFill>
              </a:rPr>
              <a:t>Email and password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5EBB25-A68E-4AE2-B9BD-0F22C985E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84797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2F75B5"/>
                </a:solidFill>
              </a:defRPr>
            </a:defPPr>
            <a:lvl1pPr>
              <a:defRPr sz="2850" b="1">
                <a:solidFill>
                  <a:srgbClr val="2F75B5"/>
                </a:solidFill>
              </a:defRPr>
            </a:lvl1pPr>
            <a:lvl2pPr>
              <a:defRPr sz="2850" b="1">
                <a:solidFill>
                  <a:srgbClr val="2F75B5"/>
                </a:solidFill>
              </a:defRPr>
            </a:lvl2pPr>
            <a:lvl3pPr>
              <a:defRPr sz="2850" b="1">
                <a:solidFill>
                  <a:srgbClr val="2F75B5"/>
                </a:solidFill>
              </a:defRPr>
            </a:lvl3pPr>
            <a:lvl4pPr>
              <a:defRPr sz="2850" b="1">
                <a:solidFill>
                  <a:srgbClr val="2F75B5"/>
                </a:solidFill>
              </a:defRPr>
            </a:lvl4pPr>
            <a:lvl5pPr>
              <a:defRPr sz="2850" b="1">
                <a:solidFill>
                  <a:srgbClr val="2F75B5"/>
                </a:solidFill>
              </a:defRPr>
            </a:lvl5pPr>
            <a:lvl6pPr>
              <a:defRPr sz="2850" b="1">
                <a:solidFill>
                  <a:srgbClr val="2F75B5"/>
                </a:solidFill>
              </a:defRPr>
            </a:lvl6pPr>
            <a:lvl7pPr>
              <a:defRPr sz="2850" b="1">
                <a:solidFill>
                  <a:srgbClr val="2F75B5"/>
                </a:solidFill>
              </a:defRPr>
            </a:lvl7pPr>
            <a:lvl8pPr>
              <a:defRPr sz="2850" b="1">
                <a:solidFill>
                  <a:srgbClr val="2F75B5"/>
                </a:solidFill>
              </a:defRPr>
            </a:lvl8pPr>
            <a:lvl9pPr>
              <a:defRPr sz="2850" b="1">
                <a:solidFill>
                  <a:srgbClr val="2F75B5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2F75B5"/>
                </a:solidFill>
              </a:defRPr>
            </a:pPr>
            <a:r>
              <a:rPr sz="2850" b="1">
                <a:solidFill>
                  <a:srgbClr val="2F75B5"/>
                </a:solidFill>
              </a:rPr>
              <a:t>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5057C5-28C2-4DF5-A3CF-B66E49864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381250"/>
            <a:ext cx="2095500" cy="1476375"/>
          </a:xfrm>
          <a:prstGeom xmlns:a="http://schemas.openxmlformats.org/drawingml/2006/main" prst="roundRect">
            <a:avLst>
              <a:gd name="adj" fmla="val 7742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C9D6E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189ED2-3295-49D5-967F-59DC7C85C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647950"/>
            <a:ext cx="1666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02A43"/>
                </a:solidFill>
              </a:defRPr>
            </a:defPPr>
            <a:lvl1pPr>
              <a:defRPr sz="1650" b="1">
                <a:solidFill>
                  <a:srgbClr val="102A43"/>
                </a:solidFill>
              </a:defRPr>
            </a:lvl1pPr>
            <a:lvl2pPr>
              <a:defRPr sz="1650" b="1">
                <a:solidFill>
                  <a:srgbClr val="102A43"/>
                </a:solidFill>
              </a:defRPr>
            </a:lvl2pPr>
            <a:lvl3pPr>
              <a:defRPr sz="1650" b="1">
                <a:solidFill>
                  <a:srgbClr val="102A43"/>
                </a:solidFill>
              </a:defRPr>
            </a:lvl3pPr>
            <a:lvl4pPr>
              <a:defRPr sz="1650" b="1">
                <a:solidFill>
                  <a:srgbClr val="102A43"/>
                </a:solidFill>
              </a:defRPr>
            </a:lvl4pPr>
            <a:lvl5pPr>
              <a:defRPr sz="1650" b="1">
                <a:solidFill>
                  <a:srgbClr val="102A43"/>
                </a:solidFill>
              </a:defRPr>
            </a:lvl5pPr>
            <a:lvl6pPr>
              <a:defRPr sz="1650" b="1">
                <a:solidFill>
                  <a:srgbClr val="102A43"/>
                </a:solidFill>
              </a:defRPr>
            </a:lvl6pPr>
            <a:lvl7pPr>
              <a:defRPr sz="1650" b="1">
                <a:solidFill>
                  <a:srgbClr val="102A43"/>
                </a:solidFill>
              </a:defRPr>
            </a:lvl7pPr>
            <a:lvl8pPr>
              <a:defRPr sz="1650" b="1">
                <a:solidFill>
                  <a:srgbClr val="102A43"/>
                </a:solidFill>
              </a:defRPr>
            </a:lvl8pPr>
            <a:lvl9pPr>
              <a:defRPr sz="165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Verify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AD3752-5535-4479-8896-0F52289C8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3143250"/>
            <a:ext cx="1666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26B84"/>
                </a:solidFill>
              </a:defRPr>
            </a:defPPr>
            <a:lvl1pPr>
              <a:defRPr sz="1125" b="0">
                <a:solidFill>
                  <a:srgbClr val="526B84"/>
                </a:solidFill>
              </a:defRPr>
            </a:lvl1pPr>
            <a:lvl2pPr>
              <a:defRPr sz="1125" b="0">
                <a:solidFill>
                  <a:srgbClr val="526B84"/>
                </a:solidFill>
              </a:defRPr>
            </a:lvl2pPr>
            <a:lvl3pPr>
              <a:defRPr sz="1125" b="0">
                <a:solidFill>
                  <a:srgbClr val="526B84"/>
                </a:solidFill>
              </a:defRPr>
            </a:lvl3pPr>
            <a:lvl4pPr>
              <a:defRPr sz="1125" b="0">
                <a:solidFill>
                  <a:srgbClr val="526B84"/>
                </a:solidFill>
              </a:defRPr>
            </a:lvl4pPr>
            <a:lvl5pPr>
              <a:defRPr sz="1125" b="0">
                <a:solidFill>
                  <a:srgbClr val="526B84"/>
                </a:solidFill>
              </a:defRPr>
            </a:lvl5pPr>
            <a:lvl6pPr>
              <a:defRPr sz="1125" b="0">
                <a:solidFill>
                  <a:srgbClr val="526B84"/>
                </a:solidFill>
              </a:defRPr>
            </a:lvl6pPr>
            <a:lvl7pPr>
              <a:defRPr sz="1125" b="0">
                <a:solidFill>
                  <a:srgbClr val="526B84"/>
                </a:solidFill>
              </a:defRPr>
            </a:lvl7pPr>
            <a:lvl8pPr>
              <a:defRPr sz="1125" b="0">
                <a:solidFill>
                  <a:srgbClr val="526B84"/>
                </a:solidFill>
              </a:defRPr>
            </a:lvl8pPr>
            <a:lvl9pPr>
              <a:defRPr sz="1125" b="0">
                <a:solidFill>
                  <a:srgbClr val="526B84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26B84"/>
                </a:solidFill>
              </a:defRPr>
            </a:pPr>
            <a:r>
              <a:rPr sz="1125" b="0">
                <a:solidFill>
                  <a:srgbClr val="526B84"/>
                </a:solidFill>
              </a:rPr>
              <a:t>password_verify checks the stored hash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76562C-4C3A-4921-BC2A-16614828D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284797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2F75B5"/>
                </a:solidFill>
              </a:defRPr>
            </a:defPPr>
            <a:lvl1pPr>
              <a:defRPr sz="2850" b="1">
                <a:solidFill>
                  <a:srgbClr val="2F75B5"/>
                </a:solidFill>
              </a:defRPr>
            </a:lvl1pPr>
            <a:lvl2pPr>
              <a:defRPr sz="2850" b="1">
                <a:solidFill>
                  <a:srgbClr val="2F75B5"/>
                </a:solidFill>
              </a:defRPr>
            </a:lvl2pPr>
            <a:lvl3pPr>
              <a:defRPr sz="2850" b="1">
                <a:solidFill>
                  <a:srgbClr val="2F75B5"/>
                </a:solidFill>
              </a:defRPr>
            </a:lvl3pPr>
            <a:lvl4pPr>
              <a:defRPr sz="2850" b="1">
                <a:solidFill>
                  <a:srgbClr val="2F75B5"/>
                </a:solidFill>
              </a:defRPr>
            </a:lvl4pPr>
            <a:lvl5pPr>
              <a:defRPr sz="2850" b="1">
                <a:solidFill>
                  <a:srgbClr val="2F75B5"/>
                </a:solidFill>
              </a:defRPr>
            </a:lvl5pPr>
            <a:lvl6pPr>
              <a:defRPr sz="2850" b="1">
                <a:solidFill>
                  <a:srgbClr val="2F75B5"/>
                </a:solidFill>
              </a:defRPr>
            </a:lvl6pPr>
            <a:lvl7pPr>
              <a:defRPr sz="2850" b="1">
                <a:solidFill>
                  <a:srgbClr val="2F75B5"/>
                </a:solidFill>
              </a:defRPr>
            </a:lvl7pPr>
            <a:lvl8pPr>
              <a:defRPr sz="2850" b="1">
                <a:solidFill>
                  <a:srgbClr val="2F75B5"/>
                </a:solidFill>
              </a:defRPr>
            </a:lvl8pPr>
            <a:lvl9pPr>
              <a:defRPr sz="2850" b="1">
                <a:solidFill>
                  <a:srgbClr val="2F75B5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2F75B5"/>
                </a:solidFill>
              </a:defRPr>
            </a:pPr>
            <a:r>
              <a:rPr sz="2850" b="1">
                <a:solidFill>
                  <a:srgbClr val="2F75B5"/>
                </a:solidFill>
              </a:rPr>
              <a:t>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C82376-0544-45C6-A3C2-B4CC22AC1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381250"/>
            <a:ext cx="2095500" cy="1476375"/>
          </a:xfrm>
          <a:prstGeom xmlns:a="http://schemas.openxmlformats.org/drawingml/2006/main" prst="roundRect">
            <a:avLst>
              <a:gd name="adj" fmla="val 77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E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3CF8CD-A804-4987-BFDA-6E090D09E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647950"/>
            <a:ext cx="1666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02A43"/>
                </a:solidFill>
              </a:defRPr>
            </a:defPPr>
            <a:lvl1pPr>
              <a:defRPr sz="1650" b="1">
                <a:solidFill>
                  <a:srgbClr val="102A43"/>
                </a:solidFill>
              </a:defRPr>
            </a:lvl1pPr>
            <a:lvl2pPr>
              <a:defRPr sz="1650" b="1">
                <a:solidFill>
                  <a:srgbClr val="102A43"/>
                </a:solidFill>
              </a:defRPr>
            </a:lvl2pPr>
            <a:lvl3pPr>
              <a:defRPr sz="1650" b="1">
                <a:solidFill>
                  <a:srgbClr val="102A43"/>
                </a:solidFill>
              </a:defRPr>
            </a:lvl3pPr>
            <a:lvl4pPr>
              <a:defRPr sz="1650" b="1">
                <a:solidFill>
                  <a:srgbClr val="102A43"/>
                </a:solidFill>
              </a:defRPr>
            </a:lvl4pPr>
            <a:lvl5pPr>
              <a:defRPr sz="1650" b="1">
                <a:solidFill>
                  <a:srgbClr val="102A43"/>
                </a:solidFill>
              </a:defRPr>
            </a:lvl5pPr>
            <a:lvl6pPr>
              <a:defRPr sz="1650" b="1">
                <a:solidFill>
                  <a:srgbClr val="102A43"/>
                </a:solidFill>
              </a:defRPr>
            </a:lvl6pPr>
            <a:lvl7pPr>
              <a:defRPr sz="1650" b="1">
                <a:solidFill>
                  <a:srgbClr val="102A43"/>
                </a:solidFill>
              </a:defRPr>
            </a:lvl7pPr>
            <a:lvl8pPr>
              <a:defRPr sz="1650" b="1">
                <a:solidFill>
                  <a:srgbClr val="102A43"/>
                </a:solidFill>
              </a:defRPr>
            </a:lvl8pPr>
            <a:lvl9pPr>
              <a:defRPr sz="165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Session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AFB74F-2862-4156-854D-9F9E799D1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143250"/>
            <a:ext cx="1666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26B84"/>
                </a:solidFill>
              </a:defRPr>
            </a:defPPr>
            <a:lvl1pPr>
              <a:defRPr sz="1125" b="0">
                <a:solidFill>
                  <a:srgbClr val="526B84"/>
                </a:solidFill>
              </a:defRPr>
            </a:lvl1pPr>
            <a:lvl2pPr>
              <a:defRPr sz="1125" b="0">
                <a:solidFill>
                  <a:srgbClr val="526B84"/>
                </a:solidFill>
              </a:defRPr>
            </a:lvl2pPr>
            <a:lvl3pPr>
              <a:defRPr sz="1125" b="0">
                <a:solidFill>
                  <a:srgbClr val="526B84"/>
                </a:solidFill>
              </a:defRPr>
            </a:lvl3pPr>
            <a:lvl4pPr>
              <a:defRPr sz="1125" b="0">
                <a:solidFill>
                  <a:srgbClr val="526B84"/>
                </a:solidFill>
              </a:defRPr>
            </a:lvl4pPr>
            <a:lvl5pPr>
              <a:defRPr sz="1125" b="0">
                <a:solidFill>
                  <a:srgbClr val="526B84"/>
                </a:solidFill>
              </a:defRPr>
            </a:lvl5pPr>
            <a:lvl6pPr>
              <a:defRPr sz="1125" b="0">
                <a:solidFill>
                  <a:srgbClr val="526B84"/>
                </a:solidFill>
              </a:defRPr>
            </a:lvl6pPr>
            <a:lvl7pPr>
              <a:defRPr sz="1125" b="0">
                <a:solidFill>
                  <a:srgbClr val="526B84"/>
                </a:solidFill>
              </a:defRPr>
            </a:lvl7pPr>
            <a:lvl8pPr>
              <a:defRPr sz="1125" b="0">
                <a:solidFill>
                  <a:srgbClr val="526B84"/>
                </a:solidFill>
              </a:defRPr>
            </a:lvl8pPr>
            <a:lvl9pPr>
              <a:defRPr sz="1125" b="0">
                <a:solidFill>
                  <a:srgbClr val="526B84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26B84"/>
                </a:solidFill>
              </a:defRPr>
            </a:pPr>
            <a:r>
              <a:rPr sz="1125" b="0">
                <a:solidFill>
                  <a:srgbClr val="526B84"/>
                </a:solidFill>
              </a:rPr>
              <a:t>Session ID regenerates and role data is stored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5E9B25-3E59-4C2E-9E8D-FA388024C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84797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2F75B5"/>
                </a:solidFill>
              </a:defRPr>
            </a:defPPr>
            <a:lvl1pPr>
              <a:defRPr sz="2850" b="1">
                <a:solidFill>
                  <a:srgbClr val="2F75B5"/>
                </a:solidFill>
              </a:defRPr>
            </a:lvl1pPr>
            <a:lvl2pPr>
              <a:defRPr sz="2850" b="1">
                <a:solidFill>
                  <a:srgbClr val="2F75B5"/>
                </a:solidFill>
              </a:defRPr>
            </a:lvl2pPr>
            <a:lvl3pPr>
              <a:defRPr sz="2850" b="1">
                <a:solidFill>
                  <a:srgbClr val="2F75B5"/>
                </a:solidFill>
              </a:defRPr>
            </a:lvl3pPr>
            <a:lvl4pPr>
              <a:defRPr sz="2850" b="1">
                <a:solidFill>
                  <a:srgbClr val="2F75B5"/>
                </a:solidFill>
              </a:defRPr>
            </a:lvl4pPr>
            <a:lvl5pPr>
              <a:defRPr sz="2850" b="1">
                <a:solidFill>
                  <a:srgbClr val="2F75B5"/>
                </a:solidFill>
              </a:defRPr>
            </a:lvl5pPr>
            <a:lvl6pPr>
              <a:defRPr sz="2850" b="1">
                <a:solidFill>
                  <a:srgbClr val="2F75B5"/>
                </a:solidFill>
              </a:defRPr>
            </a:lvl6pPr>
            <a:lvl7pPr>
              <a:defRPr sz="2850" b="1">
                <a:solidFill>
                  <a:srgbClr val="2F75B5"/>
                </a:solidFill>
              </a:defRPr>
            </a:lvl7pPr>
            <a:lvl8pPr>
              <a:defRPr sz="2850" b="1">
                <a:solidFill>
                  <a:srgbClr val="2F75B5"/>
                </a:solidFill>
              </a:defRPr>
            </a:lvl8pPr>
            <a:lvl9pPr>
              <a:defRPr sz="2850" b="1">
                <a:solidFill>
                  <a:srgbClr val="2F75B5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2F75B5"/>
                </a:solidFill>
              </a:defRPr>
            </a:pPr>
            <a:r>
              <a:rPr sz="2850" b="1">
                <a:solidFill>
                  <a:srgbClr val="2F75B5"/>
                </a:solidFill>
              </a:rPr>
              <a:t>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FB7ABE-BBD6-4D8C-A392-783E78768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2381250"/>
            <a:ext cx="2095500" cy="1476375"/>
          </a:xfrm>
          <a:prstGeom xmlns:a="http://schemas.openxmlformats.org/drawingml/2006/main" prst="roundRect">
            <a:avLst>
              <a:gd name="adj" fmla="val 77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E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1CC4C2-7493-4941-BA18-A489D0953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647950"/>
            <a:ext cx="1666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02A43"/>
                </a:solidFill>
              </a:defRPr>
            </a:defPPr>
            <a:lvl1pPr>
              <a:defRPr sz="1650" b="1">
                <a:solidFill>
                  <a:srgbClr val="102A43"/>
                </a:solidFill>
              </a:defRPr>
            </a:lvl1pPr>
            <a:lvl2pPr>
              <a:defRPr sz="1650" b="1">
                <a:solidFill>
                  <a:srgbClr val="102A43"/>
                </a:solidFill>
              </a:defRPr>
            </a:lvl2pPr>
            <a:lvl3pPr>
              <a:defRPr sz="1650" b="1">
                <a:solidFill>
                  <a:srgbClr val="102A43"/>
                </a:solidFill>
              </a:defRPr>
            </a:lvl3pPr>
            <a:lvl4pPr>
              <a:defRPr sz="1650" b="1">
                <a:solidFill>
                  <a:srgbClr val="102A43"/>
                </a:solidFill>
              </a:defRPr>
            </a:lvl4pPr>
            <a:lvl5pPr>
              <a:defRPr sz="1650" b="1">
                <a:solidFill>
                  <a:srgbClr val="102A43"/>
                </a:solidFill>
              </a:defRPr>
            </a:lvl5pPr>
            <a:lvl6pPr>
              <a:defRPr sz="1650" b="1">
                <a:solidFill>
                  <a:srgbClr val="102A43"/>
                </a:solidFill>
              </a:defRPr>
            </a:lvl6pPr>
            <a:lvl7pPr>
              <a:defRPr sz="1650" b="1">
                <a:solidFill>
                  <a:srgbClr val="102A43"/>
                </a:solidFill>
              </a:defRPr>
            </a:lvl7pPr>
            <a:lvl8pPr>
              <a:defRPr sz="1650" b="1">
                <a:solidFill>
                  <a:srgbClr val="102A43"/>
                </a:solidFill>
              </a:defRPr>
            </a:lvl8pPr>
            <a:lvl9pPr>
              <a:defRPr sz="165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Dashboard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39662F-40F6-4499-A18D-7D7F5147D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3143250"/>
            <a:ext cx="1666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26B84"/>
                </a:solidFill>
              </a:defRPr>
            </a:defPPr>
            <a:lvl1pPr>
              <a:defRPr sz="1125" b="0">
                <a:solidFill>
                  <a:srgbClr val="526B84"/>
                </a:solidFill>
              </a:defRPr>
            </a:lvl1pPr>
            <a:lvl2pPr>
              <a:defRPr sz="1125" b="0">
                <a:solidFill>
                  <a:srgbClr val="526B84"/>
                </a:solidFill>
              </a:defRPr>
            </a:lvl2pPr>
            <a:lvl3pPr>
              <a:defRPr sz="1125" b="0">
                <a:solidFill>
                  <a:srgbClr val="526B84"/>
                </a:solidFill>
              </a:defRPr>
            </a:lvl3pPr>
            <a:lvl4pPr>
              <a:defRPr sz="1125" b="0">
                <a:solidFill>
                  <a:srgbClr val="526B84"/>
                </a:solidFill>
              </a:defRPr>
            </a:lvl4pPr>
            <a:lvl5pPr>
              <a:defRPr sz="1125" b="0">
                <a:solidFill>
                  <a:srgbClr val="526B84"/>
                </a:solidFill>
              </a:defRPr>
            </a:lvl5pPr>
            <a:lvl6pPr>
              <a:defRPr sz="1125" b="0">
                <a:solidFill>
                  <a:srgbClr val="526B84"/>
                </a:solidFill>
              </a:defRPr>
            </a:lvl6pPr>
            <a:lvl7pPr>
              <a:defRPr sz="1125" b="0">
                <a:solidFill>
                  <a:srgbClr val="526B84"/>
                </a:solidFill>
              </a:defRPr>
            </a:lvl7pPr>
            <a:lvl8pPr>
              <a:defRPr sz="1125" b="0">
                <a:solidFill>
                  <a:srgbClr val="526B84"/>
                </a:solidFill>
              </a:defRPr>
            </a:lvl8pPr>
            <a:lvl9pPr>
              <a:defRPr sz="1125" b="0">
                <a:solidFill>
                  <a:srgbClr val="526B84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26B84"/>
                </a:solidFill>
              </a:defRPr>
            </a:pPr>
            <a:r>
              <a:rPr sz="1125" b="0">
                <a:solidFill>
                  <a:srgbClr val="526B84"/>
                </a:solidFill>
              </a:rPr>
              <a:t>Role access controls the available pages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D911F9-7694-497F-83AA-79B855203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14875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B84"/>
                </a:solidFill>
              </a:defRPr>
            </a:defPPr>
            <a:lvl1pPr>
              <a:defRPr sz="1350" b="0">
                <a:solidFill>
                  <a:srgbClr val="526B84"/>
                </a:solidFill>
              </a:defRPr>
            </a:lvl1pPr>
            <a:lvl2pPr>
              <a:defRPr sz="1350" b="0">
                <a:solidFill>
                  <a:srgbClr val="526B84"/>
                </a:solidFill>
              </a:defRPr>
            </a:lvl2pPr>
            <a:lvl3pPr>
              <a:defRPr sz="1350" b="0">
                <a:solidFill>
                  <a:srgbClr val="526B84"/>
                </a:solidFill>
              </a:defRPr>
            </a:lvl3pPr>
            <a:lvl4pPr>
              <a:defRPr sz="1350" b="0">
                <a:solidFill>
                  <a:srgbClr val="526B84"/>
                </a:solidFill>
              </a:defRPr>
            </a:lvl4pPr>
            <a:lvl5pPr>
              <a:defRPr sz="1350" b="0">
                <a:solidFill>
                  <a:srgbClr val="526B84"/>
                </a:solidFill>
              </a:defRPr>
            </a:lvl5pPr>
            <a:lvl6pPr>
              <a:defRPr sz="1350" b="0">
                <a:solidFill>
                  <a:srgbClr val="526B84"/>
                </a:solidFill>
              </a:defRPr>
            </a:lvl6pPr>
            <a:lvl7pPr>
              <a:defRPr sz="1350" b="0">
                <a:solidFill>
                  <a:srgbClr val="526B84"/>
                </a:solidFill>
              </a:defRPr>
            </a:lvl7pPr>
            <a:lvl8pPr>
              <a:defRPr sz="1350" b="0">
                <a:solidFill>
                  <a:srgbClr val="526B84"/>
                </a:solidFill>
              </a:defRPr>
            </a:lvl8pPr>
            <a:lvl9pPr>
              <a:defRPr sz="1350" b="0">
                <a:solidFill>
                  <a:srgbClr val="526B84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B84"/>
                </a:solidFill>
              </a:defRPr>
            </a:pPr>
            <a:r>
              <a:rPr sz="1350" b="0">
                <a:solidFill>
                  <a:srgbClr val="526B84"/>
                </a:solidFill>
              </a:rPr>
              <a:t>Logout clears the session and removes the session cookie.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A4AFC7-8015-4A80-8CC3-C79DF9987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579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>
                <a:solidFill>
                  <a:srgbClr val="526B84"/>
                </a:solidFill>
              </a:defRPr>
            </a:defPPr>
            <a:lvl1pPr>
              <a:defRPr sz="750" b="0">
                <a:solidFill>
                  <a:srgbClr val="526B84"/>
                </a:solidFill>
              </a:defRPr>
            </a:lvl1pPr>
            <a:lvl2pPr>
              <a:defRPr sz="750" b="0">
                <a:solidFill>
                  <a:srgbClr val="526B84"/>
                </a:solidFill>
              </a:defRPr>
            </a:lvl2pPr>
            <a:lvl3pPr>
              <a:defRPr sz="750" b="0">
                <a:solidFill>
                  <a:srgbClr val="526B84"/>
                </a:solidFill>
              </a:defRPr>
            </a:lvl3pPr>
            <a:lvl4pPr>
              <a:defRPr sz="750" b="0">
                <a:solidFill>
                  <a:srgbClr val="526B84"/>
                </a:solidFill>
              </a:defRPr>
            </a:lvl4pPr>
            <a:lvl5pPr>
              <a:defRPr sz="750" b="0">
                <a:solidFill>
                  <a:srgbClr val="526B84"/>
                </a:solidFill>
              </a:defRPr>
            </a:lvl5pPr>
            <a:lvl6pPr>
              <a:defRPr sz="750" b="0">
                <a:solidFill>
                  <a:srgbClr val="526B84"/>
                </a:solidFill>
              </a:defRPr>
            </a:lvl6pPr>
            <a:lvl7pPr>
              <a:defRPr sz="750" b="0">
                <a:solidFill>
                  <a:srgbClr val="526B84"/>
                </a:solidFill>
              </a:defRPr>
            </a:lvl7pPr>
            <a:lvl8pPr>
              <a:defRPr sz="750" b="0">
                <a:solidFill>
                  <a:srgbClr val="526B84"/>
                </a:solidFill>
              </a:defRPr>
            </a:lvl8pPr>
            <a:lvl9pPr>
              <a:defRPr sz="750" b="0">
                <a:solidFill>
                  <a:srgbClr val="526B84"/>
                </a:solidFill>
              </a:defRPr>
            </a:lvl9pPr>
          </a:lstStyle>
          <a:p xmlns:a="http://schemas.openxmlformats.org/drawingml/2006/main">
            <a:pPr>
              <a:defRPr sz="750" b="0">
                <a:solidFill>
                  <a:srgbClr val="526B84"/>
                </a:solidFill>
              </a:defRPr>
            </a:pPr>
            <a:r>
              <a:rPr sz="750" b="0">
                <a:solidFill>
                  <a:srgbClr val="526B84"/>
                </a:solidFill>
              </a:rPr>
              <a:t>Smart Attendance Management System   |   4</a:t>
            </a:r>
          </a:p>
        </p:txBody>
      </p:sp>
    </p:spTree>
    <p:extLst>
      <p:ext uri="{BB962C8B-B14F-4D97-AF65-F5344CB8AC3E}">
        <p14:creationId xmlns:p14="http://schemas.microsoft.com/office/powerpoint/2010/main" val="113711735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A8B784-B00F-4DFE-B75D-E1331B5BD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02A43"/>
                </a:solidFill>
              </a:defRPr>
            </a:defPPr>
            <a:lvl1pPr>
              <a:defRPr sz="2550" b="1">
                <a:solidFill>
                  <a:srgbClr val="102A43"/>
                </a:solidFill>
              </a:defRPr>
            </a:lvl1pPr>
            <a:lvl2pPr>
              <a:defRPr sz="2550" b="1">
                <a:solidFill>
                  <a:srgbClr val="102A43"/>
                </a:solidFill>
              </a:defRPr>
            </a:lvl2pPr>
            <a:lvl3pPr>
              <a:defRPr sz="2550" b="1">
                <a:solidFill>
                  <a:srgbClr val="102A43"/>
                </a:solidFill>
              </a:defRPr>
            </a:lvl3pPr>
            <a:lvl4pPr>
              <a:defRPr sz="2550" b="1">
                <a:solidFill>
                  <a:srgbClr val="102A43"/>
                </a:solidFill>
              </a:defRPr>
            </a:lvl4pPr>
            <a:lvl5pPr>
              <a:defRPr sz="2550" b="1">
                <a:solidFill>
                  <a:srgbClr val="102A43"/>
                </a:solidFill>
              </a:defRPr>
            </a:lvl5pPr>
            <a:lvl6pPr>
              <a:defRPr sz="2550" b="1">
                <a:solidFill>
                  <a:srgbClr val="102A43"/>
                </a:solidFill>
              </a:defRPr>
            </a:lvl6pPr>
            <a:lvl7pPr>
              <a:defRPr sz="2550" b="1">
                <a:solidFill>
                  <a:srgbClr val="102A43"/>
                </a:solidFill>
              </a:defRPr>
            </a:lvl7pPr>
            <a:lvl8pPr>
              <a:defRPr sz="2550" b="1">
                <a:solidFill>
                  <a:srgbClr val="102A43"/>
                </a:solidFill>
              </a:defRPr>
            </a:lvl8pPr>
            <a:lvl9pPr>
              <a:defRPr sz="255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02A43"/>
                </a:solidFill>
              </a:defRPr>
            </a:pPr>
            <a:r>
              <a:rPr sz="2550" b="1">
                <a:solidFill>
                  <a:srgbClr val="102A43"/>
                </a:solidFill>
              </a:rPr>
              <a:t>Database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161278-FDC9-4801-8F92-FF41A0A4C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049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B84"/>
                </a:solidFill>
              </a:defRPr>
            </a:defPPr>
            <a:lvl1pPr>
              <a:defRPr sz="1200" b="0">
                <a:solidFill>
                  <a:srgbClr val="526B84"/>
                </a:solidFill>
              </a:defRPr>
            </a:lvl1pPr>
            <a:lvl2pPr>
              <a:defRPr sz="1200" b="0">
                <a:solidFill>
                  <a:srgbClr val="526B84"/>
                </a:solidFill>
              </a:defRPr>
            </a:lvl2pPr>
            <a:lvl3pPr>
              <a:defRPr sz="1200" b="0">
                <a:solidFill>
                  <a:srgbClr val="526B84"/>
                </a:solidFill>
              </a:defRPr>
            </a:lvl3pPr>
            <a:lvl4pPr>
              <a:defRPr sz="1200" b="0">
                <a:solidFill>
                  <a:srgbClr val="526B84"/>
                </a:solidFill>
              </a:defRPr>
            </a:lvl4pPr>
            <a:lvl5pPr>
              <a:defRPr sz="1200" b="0">
                <a:solidFill>
                  <a:srgbClr val="526B84"/>
                </a:solidFill>
              </a:defRPr>
            </a:lvl5pPr>
            <a:lvl6pPr>
              <a:defRPr sz="1200" b="0">
                <a:solidFill>
                  <a:srgbClr val="526B84"/>
                </a:solidFill>
              </a:defRPr>
            </a:lvl6pPr>
            <a:lvl7pPr>
              <a:defRPr sz="1200" b="0">
                <a:solidFill>
                  <a:srgbClr val="526B84"/>
                </a:solidFill>
              </a:defRPr>
            </a:lvl7pPr>
            <a:lvl8pPr>
              <a:defRPr sz="1200" b="0">
                <a:solidFill>
                  <a:srgbClr val="526B84"/>
                </a:solidFill>
              </a:defRPr>
            </a:lvl8pPr>
            <a:lvl9pPr>
              <a:defRPr sz="1200" b="0">
                <a:solidFill>
                  <a:srgbClr val="526B84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B84"/>
                </a:solidFill>
              </a:defRPr>
            </a:pPr>
            <a:r>
              <a:rPr sz="1200" b="0">
                <a:solidFill>
                  <a:srgbClr val="526B84"/>
                </a:solidFill>
              </a:rPr>
              <a:t>Four relational tables support the attendance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95FB55-6579-4061-9364-988403BD9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66850"/>
            <a:ext cx="10706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5B5"/>
          </a:solidFill>
          <a:ln xmlns:a="http://schemas.openxmlformats.org/drawingml/2006/main" w="0">
            <a:solidFill>
              <a:srgbClr val="2F75B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88318B-4C93-4CF9-AEBC-0A3854484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33500"/>
            <a:ext cx="8667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solidFill>
              <a:srgbClr val="17365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41D80F-55C1-459C-B02D-46333EBF3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45732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FFFFFF"/>
                </a:solidFill>
              </a:defRPr>
            </a:defPPr>
            <a:lvl1pPr>
              <a:defRPr sz="1200" b="1">
                <a:solidFill>
                  <a:srgbClr val="FFFFFF"/>
                </a:solidFill>
              </a:defRPr>
            </a:lvl1pPr>
            <a:lvl2pPr>
              <a:defRPr sz="1200" b="1">
                <a:solidFill>
                  <a:srgbClr val="FFFFFF"/>
                </a:solidFill>
              </a:defRPr>
            </a:lvl2pPr>
            <a:lvl3pPr>
              <a:defRPr sz="1200" b="1">
                <a:solidFill>
                  <a:srgbClr val="FFFFFF"/>
                </a:solidFill>
              </a:defRPr>
            </a:lvl3pPr>
            <a:lvl4pPr>
              <a:defRPr sz="1200" b="1">
                <a:solidFill>
                  <a:srgbClr val="FFFFFF"/>
                </a:solidFill>
              </a:defRPr>
            </a:lvl4pPr>
            <a:lvl5pPr>
              <a:defRPr sz="1200" b="1">
                <a:solidFill>
                  <a:srgbClr val="FFFFFF"/>
                </a:solidFill>
              </a:defRPr>
            </a:lvl5pPr>
            <a:lvl6pPr>
              <a:defRPr sz="1200" b="1">
                <a:solidFill>
                  <a:srgbClr val="FFFFFF"/>
                </a:solidFill>
              </a:defRPr>
            </a:lvl6pPr>
            <a:lvl7pPr>
              <a:defRPr sz="1200" b="1">
                <a:solidFill>
                  <a:srgbClr val="FFFFFF"/>
                </a:solidFill>
              </a:defRPr>
            </a:lvl7pPr>
            <a:lvl8pPr>
              <a:defRPr sz="1200" b="1">
                <a:solidFill>
                  <a:srgbClr val="FFFFFF"/>
                </a:solidFill>
              </a:defRPr>
            </a:lvl8pPr>
            <a:lvl9pPr>
              <a:defRPr sz="12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Table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711CD2-630C-4543-B4E0-0BF9EAD3D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457325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FFFFFF"/>
                </a:solidFill>
              </a:defRPr>
            </a:defPPr>
            <a:lvl1pPr>
              <a:defRPr sz="1200" b="1">
                <a:solidFill>
                  <a:srgbClr val="FFFFFF"/>
                </a:solidFill>
              </a:defRPr>
            </a:lvl1pPr>
            <a:lvl2pPr>
              <a:defRPr sz="1200" b="1">
                <a:solidFill>
                  <a:srgbClr val="FFFFFF"/>
                </a:solidFill>
              </a:defRPr>
            </a:lvl2pPr>
            <a:lvl3pPr>
              <a:defRPr sz="1200" b="1">
                <a:solidFill>
                  <a:srgbClr val="FFFFFF"/>
                </a:solidFill>
              </a:defRPr>
            </a:lvl3pPr>
            <a:lvl4pPr>
              <a:defRPr sz="1200" b="1">
                <a:solidFill>
                  <a:srgbClr val="FFFFFF"/>
                </a:solidFill>
              </a:defRPr>
            </a:lvl4pPr>
            <a:lvl5pPr>
              <a:defRPr sz="1200" b="1">
                <a:solidFill>
                  <a:srgbClr val="FFFFFF"/>
                </a:solidFill>
              </a:defRPr>
            </a:lvl5pPr>
            <a:lvl6pPr>
              <a:defRPr sz="1200" b="1">
                <a:solidFill>
                  <a:srgbClr val="FFFFFF"/>
                </a:solidFill>
              </a:defRPr>
            </a:lvl6pPr>
            <a:lvl7pPr>
              <a:defRPr sz="1200" b="1">
                <a:solidFill>
                  <a:srgbClr val="FFFFFF"/>
                </a:solidFill>
              </a:defRPr>
            </a:lvl7pPr>
            <a:lvl8pPr>
              <a:defRPr sz="1200" b="1">
                <a:solidFill>
                  <a:srgbClr val="FFFFFF"/>
                </a:solidFill>
              </a:defRPr>
            </a:lvl8pPr>
            <a:lvl9pPr>
              <a:defRPr sz="12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Purpose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35F188-3185-4C17-80C6-BB634B9B8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0977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102A43"/>
                </a:solidFill>
              </a:defRPr>
            </a:defPPr>
            <a:lvl1pPr>
              <a:defRPr sz="1425" b="1">
                <a:solidFill>
                  <a:srgbClr val="102A43"/>
                </a:solidFill>
              </a:defRPr>
            </a:lvl1pPr>
            <a:lvl2pPr>
              <a:defRPr sz="1425" b="1">
                <a:solidFill>
                  <a:srgbClr val="102A43"/>
                </a:solidFill>
              </a:defRPr>
            </a:lvl2pPr>
            <a:lvl3pPr>
              <a:defRPr sz="1425" b="1">
                <a:solidFill>
                  <a:srgbClr val="102A43"/>
                </a:solidFill>
              </a:defRPr>
            </a:lvl3pPr>
            <a:lvl4pPr>
              <a:defRPr sz="1425" b="1">
                <a:solidFill>
                  <a:srgbClr val="102A43"/>
                </a:solidFill>
              </a:defRPr>
            </a:lvl4pPr>
            <a:lvl5pPr>
              <a:defRPr sz="1425" b="1">
                <a:solidFill>
                  <a:srgbClr val="102A43"/>
                </a:solidFill>
              </a:defRPr>
            </a:lvl5pPr>
            <a:lvl6pPr>
              <a:defRPr sz="1425" b="1">
                <a:solidFill>
                  <a:srgbClr val="102A43"/>
                </a:solidFill>
              </a:defRPr>
            </a:lvl6pPr>
            <a:lvl7pPr>
              <a:defRPr sz="1425" b="1">
                <a:solidFill>
                  <a:srgbClr val="102A43"/>
                </a:solidFill>
              </a:defRPr>
            </a:lvl7pPr>
            <a:lvl8pPr>
              <a:defRPr sz="1425" b="1">
                <a:solidFill>
                  <a:srgbClr val="102A43"/>
                </a:solidFill>
              </a:defRPr>
            </a:lvl8pPr>
            <a:lvl9pPr>
              <a:defRPr sz="1425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102A43"/>
                </a:solidFill>
              </a:defRPr>
            </a:pPr>
            <a:r>
              <a:rPr sz="1425" b="1">
                <a:solidFill>
                  <a:srgbClr val="102A43"/>
                </a:solidFill>
              </a:rPr>
              <a:t>users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383551-EB9A-4523-BE7C-46CDD004C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000250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02A43"/>
                </a:solidFill>
              </a:defRPr>
            </a:defPPr>
            <a:lvl1pPr>
              <a:defRPr sz="1350" b="0">
                <a:solidFill>
                  <a:srgbClr val="102A43"/>
                </a:solidFill>
              </a:defRPr>
            </a:lvl1pPr>
            <a:lvl2pPr>
              <a:defRPr sz="1350" b="0">
                <a:solidFill>
                  <a:srgbClr val="102A43"/>
                </a:solidFill>
              </a:defRPr>
            </a:lvl2pPr>
            <a:lvl3pPr>
              <a:defRPr sz="1350" b="0">
                <a:solidFill>
                  <a:srgbClr val="102A43"/>
                </a:solidFill>
              </a:defRPr>
            </a:lvl3pPr>
            <a:lvl4pPr>
              <a:defRPr sz="1350" b="0">
                <a:solidFill>
                  <a:srgbClr val="102A43"/>
                </a:solidFill>
              </a:defRPr>
            </a:lvl4pPr>
            <a:lvl5pPr>
              <a:defRPr sz="1350" b="0">
                <a:solidFill>
                  <a:srgbClr val="102A43"/>
                </a:solidFill>
              </a:defRPr>
            </a:lvl5pPr>
            <a:lvl6pPr>
              <a:defRPr sz="1350" b="0">
                <a:solidFill>
                  <a:srgbClr val="102A43"/>
                </a:solidFill>
              </a:defRPr>
            </a:lvl6pPr>
            <a:lvl7pPr>
              <a:defRPr sz="1350" b="0">
                <a:solidFill>
                  <a:srgbClr val="102A43"/>
                </a:solidFill>
              </a:defRPr>
            </a:lvl7pPr>
            <a:lvl8pPr>
              <a:defRPr sz="1350" b="0">
                <a:solidFill>
                  <a:srgbClr val="102A43"/>
                </a:solidFill>
              </a:defRPr>
            </a:lvl8pPr>
            <a:lvl9pPr>
              <a:defRPr sz="1350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02A43"/>
                </a:solidFill>
              </a:defRPr>
            </a:pPr>
            <a:r>
              <a:rPr sz="1350" b="0">
                <a:solidFill>
                  <a:srgbClr val="102A43"/>
                </a:solidFill>
              </a:rPr>
              <a:t>Accounts, roles and password hashes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758AA8-267F-4E38-9AF1-FC1C13F6C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05075"/>
            <a:ext cx="866775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079CFC-6153-4D3D-990B-E55F3D64C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051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102A43"/>
                </a:solidFill>
              </a:defRPr>
            </a:defPPr>
            <a:lvl1pPr>
              <a:defRPr sz="1425" b="1">
                <a:solidFill>
                  <a:srgbClr val="102A43"/>
                </a:solidFill>
              </a:defRPr>
            </a:lvl1pPr>
            <a:lvl2pPr>
              <a:defRPr sz="1425" b="1">
                <a:solidFill>
                  <a:srgbClr val="102A43"/>
                </a:solidFill>
              </a:defRPr>
            </a:lvl2pPr>
            <a:lvl3pPr>
              <a:defRPr sz="1425" b="1">
                <a:solidFill>
                  <a:srgbClr val="102A43"/>
                </a:solidFill>
              </a:defRPr>
            </a:lvl3pPr>
            <a:lvl4pPr>
              <a:defRPr sz="1425" b="1">
                <a:solidFill>
                  <a:srgbClr val="102A43"/>
                </a:solidFill>
              </a:defRPr>
            </a:lvl4pPr>
            <a:lvl5pPr>
              <a:defRPr sz="1425" b="1">
                <a:solidFill>
                  <a:srgbClr val="102A43"/>
                </a:solidFill>
              </a:defRPr>
            </a:lvl5pPr>
            <a:lvl6pPr>
              <a:defRPr sz="1425" b="1">
                <a:solidFill>
                  <a:srgbClr val="102A43"/>
                </a:solidFill>
              </a:defRPr>
            </a:lvl6pPr>
            <a:lvl7pPr>
              <a:defRPr sz="1425" b="1">
                <a:solidFill>
                  <a:srgbClr val="102A43"/>
                </a:solidFill>
              </a:defRPr>
            </a:lvl7pPr>
            <a:lvl8pPr>
              <a:defRPr sz="1425" b="1">
                <a:solidFill>
                  <a:srgbClr val="102A43"/>
                </a:solidFill>
              </a:defRPr>
            </a:lvl8pPr>
            <a:lvl9pPr>
              <a:defRPr sz="1425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102A43"/>
                </a:solidFill>
              </a:defRPr>
            </a:pPr>
            <a:r>
              <a:rPr sz="1425" b="1">
                <a:solidFill>
                  <a:srgbClr val="102A43"/>
                </a:solidFill>
              </a:rPr>
              <a:t>classes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FA9668-1DAE-4F4D-8494-A7609E188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695575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02A43"/>
                </a:solidFill>
              </a:defRPr>
            </a:defPPr>
            <a:lvl1pPr>
              <a:defRPr sz="1350" b="0">
                <a:solidFill>
                  <a:srgbClr val="102A43"/>
                </a:solidFill>
              </a:defRPr>
            </a:lvl1pPr>
            <a:lvl2pPr>
              <a:defRPr sz="1350" b="0">
                <a:solidFill>
                  <a:srgbClr val="102A43"/>
                </a:solidFill>
              </a:defRPr>
            </a:lvl2pPr>
            <a:lvl3pPr>
              <a:defRPr sz="1350" b="0">
                <a:solidFill>
                  <a:srgbClr val="102A43"/>
                </a:solidFill>
              </a:defRPr>
            </a:lvl3pPr>
            <a:lvl4pPr>
              <a:defRPr sz="1350" b="0">
                <a:solidFill>
                  <a:srgbClr val="102A43"/>
                </a:solidFill>
              </a:defRPr>
            </a:lvl4pPr>
            <a:lvl5pPr>
              <a:defRPr sz="1350" b="0">
                <a:solidFill>
                  <a:srgbClr val="102A43"/>
                </a:solidFill>
              </a:defRPr>
            </a:lvl5pPr>
            <a:lvl6pPr>
              <a:defRPr sz="1350" b="0">
                <a:solidFill>
                  <a:srgbClr val="102A43"/>
                </a:solidFill>
              </a:defRPr>
            </a:lvl6pPr>
            <a:lvl7pPr>
              <a:defRPr sz="1350" b="0">
                <a:solidFill>
                  <a:srgbClr val="102A43"/>
                </a:solidFill>
              </a:defRPr>
            </a:lvl7pPr>
            <a:lvl8pPr>
              <a:defRPr sz="1350" b="0">
                <a:solidFill>
                  <a:srgbClr val="102A43"/>
                </a:solidFill>
              </a:defRPr>
            </a:lvl8pPr>
            <a:lvl9pPr>
              <a:defRPr sz="1350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02A43"/>
                </a:solidFill>
              </a:defRPr>
            </a:pPr>
            <a:r>
              <a:rPr sz="1350" b="0">
                <a:solidFill>
                  <a:srgbClr val="102A43"/>
                </a:solidFill>
              </a:rPr>
              <a:t>Class codes, names and assigned teachers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B8D41E-4D05-49BE-A8AC-D35B8AD4C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0042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102A43"/>
                </a:solidFill>
              </a:defRPr>
            </a:defPPr>
            <a:lvl1pPr>
              <a:defRPr sz="1425" b="1">
                <a:solidFill>
                  <a:srgbClr val="102A43"/>
                </a:solidFill>
              </a:defRPr>
            </a:lvl1pPr>
            <a:lvl2pPr>
              <a:defRPr sz="1425" b="1">
                <a:solidFill>
                  <a:srgbClr val="102A43"/>
                </a:solidFill>
              </a:defRPr>
            </a:lvl2pPr>
            <a:lvl3pPr>
              <a:defRPr sz="1425" b="1">
                <a:solidFill>
                  <a:srgbClr val="102A43"/>
                </a:solidFill>
              </a:defRPr>
            </a:lvl3pPr>
            <a:lvl4pPr>
              <a:defRPr sz="1425" b="1">
                <a:solidFill>
                  <a:srgbClr val="102A43"/>
                </a:solidFill>
              </a:defRPr>
            </a:lvl4pPr>
            <a:lvl5pPr>
              <a:defRPr sz="1425" b="1">
                <a:solidFill>
                  <a:srgbClr val="102A43"/>
                </a:solidFill>
              </a:defRPr>
            </a:lvl5pPr>
            <a:lvl6pPr>
              <a:defRPr sz="1425" b="1">
                <a:solidFill>
                  <a:srgbClr val="102A43"/>
                </a:solidFill>
              </a:defRPr>
            </a:lvl6pPr>
            <a:lvl7pPr>
              <a:defRPr sz="1425" b="1">
                <a:solidFill>
                  <a:srgbClr val="102A43"/>
                </a:solidFill>
              </a:defRPr>
            </a:lvl7pPr>
            <a:lvl8pPr>
              <a:defRPr sz="1425" b="1">
                <a:solidFill>
                  <a:srgbClr val="102A43"/>
                </a:solidFill>
              </a:defRPr>
            </a:lvl8pPr>
            <a:lvl9pPr>
              <a:defRPr sz="1425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102A43"/>
                </a:solidFill>
              </a:defRPr>
            </a:pPr>
            <a:r>
              <a:rPr sz="1425" b="1">
                <a:solidFill>
                  <a:srgbClr val="102A43"/>
                </a:solidFill>
              </a:rPr>
              <a:t>enrollments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6904D0-5B3D-48AA-87AF-537196098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390900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02A43"/>
                </a:solidFill>
              </a:defRPr>
            </a:defPPr>
            <a:lvl1pPr>
              <a:defRPr sz="1350" b="0">
                <a:solidFill>
                  <a:srgbClr val="102A43"/>
                </a:solidFill>
              </a:defRPr>
            </a:lvl1pPr>
            <a:lvl2pPr>
              <a:defRPr sz="1350" b="0">
                <a:solidFill>
                  <a:srgbClr val="102A43"/>
                </a:solidFill>
              </a:defRPr>
            </a:lvl2pPr>
            <a:lvl3pPr>
              <a:defRPr sz="1350" b="0">
                <a:solidFill>
                  <a:srgbClr val="102A43"/>
                </a:solidFill>
              </a:defRPr>
            </a:lvl3pPr>
            <a:lvl4pPr>
              <a:defRPr sz="1350" b="0">
                <a:solidFill>
                  <a:srgbClr val="102A43"/>
                </a:solidFill>
              </a:defRPr>
            </a:lvl4pPr>
            <a:lvl5pPr>
              <a:defRPr sz="1350" b="0">
                <a:solidFill>
                  <a:srgbClr val="102A43"/>
                </a:solidFill>
              </a:defRPr>
            </a:lvl5pPr>
            <a:lvl6pPr>
              <a:defRPr sz="1350" b="0">
                <a:solidFill>
                  <a:srgbClr val="102A43"/>
                </a:solidFill>
              </a:defRPr>
            </a:lvl6pPr>
            <a:lvl7pPr>
              <a:defRPr sz="1350" b="0">
                <a:solidFill>
                  <a:srgbClr val="102A43"/>
                </a:solidFill>
              </a:defRPr>
            </a:lvl7pPr>
            <a:lvl8pPr>
              <a:defRPr sz="1350" b="0">
                <a:solidFill>
                  <a:srgbClr val="102A43"/>
                </a:solidFill>
              </a:defRPr>
            </a:lvl8pPr>
            <a:lvl9pPr>
              <a:defRPr sz="1350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02A43"/>
                </a:solidFill>
              </a:defRPr>
            </a:pPr>
            <a:r>
              <a:rPr sz="1350" b="0">
                <a:solidFill>
                  <a:srgbClr val="102A43"/>
                </a:solidFill>
              </a:rPr>
              <a:t>Student membership in each class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EFB6B8-E1D7-4B9F-8D84-59E5D9F58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95725"/>
            <a:ext cx="866775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A893F4-2F2C-44FC-B084-6EE5329C5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957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102A43"/>
                </a:solidFill>
              </a:defRPr>
            </a:defPPr>
            <a:lvl1pPr>
              <a:defRPr sz="1425" b="1">
                <a:solidFill>
                  <a:srgbClr val="102A43"/>
                </a:solidFill>
              </a:defRPr>
            </a:lvl1pPr>
            <a:lvl2pPr>
              <a:defRPr sz="1425" b="1">
                <a:solidFill>
                  <a:srgbClr val="102A43"/>
                </a:solidFill>
              </a:defRPr>
            </a:lvl2pPr>
            <a:lvl3pPr>
              <a:defRPr sz="1425" b="1">
                <a:solidFill>
                  <a:srgbClr val="102A43"/>
                </a:solidFill>
              </a:defRPr>
            </a:lvl3pPr>
            <a:lvl4pPr>
              <a:defRPr sz="1425" b="1">
                <a:solidFill>
                  <a:srgbClr val="102A43"/>
                </a:solidFill>
              </a:defRPr>
            </a:lvl4pPr>
            <a:lvl5pPr>
              <a:defRPr sz="1425" b="1">
                <a:solidFill>
                  <a:srgbClr val="102A43"/>
                </a:solidFill>
              </a:defRPr>
            </a:lvl5pPr>
            <a:lvl6pPr>
              <a:defRPr sz="1425" b="1">
                <a:solidFill>
                  <a:srgbClr val="102A43"/>
                </a:solidFill>
              </a:defRPr>
            </a:lvl6pPr>
            <a:lvl7pPr>
              <a:defRPr sz="1425" b="1">
                <a:solidFill>
                  <a:srgbClr val="102A43"/>
                </a:solidFill>
              </a:defRPr>
            </a:lvl7pPr>
            <a:lvl8pPr>
              <a:defRPr sz="1425" b="1">
                <a:solidFill>
                  <a:srgbClr val="102A43"/>
                </a:solidFill>
              </a:defRPr>
            </a:lvl8pPr>
            <a:lvl9pPr>
              <a:defRPr sz="1425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102A43"/>
                </a:solidFill>
              </a:defRPr>
            </a:pPr>
            <a:r>
              <a:rPr sz="1425" b="1">
                <a:solidFill>
                  <a:srgbClr val="102A43"/>
                </a:solidFill>
              </a:rPr>
              <a:t>attendance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AD73E0-B29C-4676-8EEE-90D0B0191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086225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02A43"/>
                </a:solidFill>
              </a:defRPr>
            </a:defPPr>
            <a:lvl1pPr>
              <a:defRPr sz="1350" b="0">
                <a:solidFill>
                  <a:srgbClr val="102A43"/>
                </a:solidFill>
              </a:defRPr>
            </a:lvl1pPr>
            <a:lvl2pPr>
              <a:defRPr sz="1350" b="0">
                <a:solidFill>
                  <a:srgbClr val="102A43"/>
                </a:solidFill>
              </a:defRPr>
            </a:lvl2pPr>
            <a:lvl3pPr>
              <a:defRPr sz="1350" b="0">
                <a:solidFill>
                  <a:srgbClr val="102A43"/>
                </a:solidFill>
              </a:defRPr>
            </a:lvl3pPr>
            <a:lvl4pPr>
              <a:defRPr sz="1350" b="0">
                <a:solidFill>
                  <a:srgbClr val="102A43"/>
                </a:solidFill>
              </a:defRPr>
            </a:lvl4pPr>
            <a:lvl5pPr>
              <a:defRPr sz="1350" b="0">
                <a:solidFill>
                  <a:srgbClr val="102A43"/>
                </a:solidFill>
              </a:defRPr>
            </a:lvl5pPr>
            <a:lvl6pPr>
              <a:defRPr sz="1350" b="0">
                <a:solidFill>
                  <a:srgbClr val="102A43"/>
                </a:solidFill>
              </a:defRPr>
            </a:lvl6pPr>
            <a:lvl7pPr>
              <a:defRPr sz="1350" b="0">
                <a:solidFill>
                  <a:srgbClr val="102A43"/>
                </a:solidFill>
              </a:defRPr>
            </a:lvl7pPr>
            <a:lvl8pPr>
              <a:defRPr sz="1350" b="0">
                <a:solidFill>
                  <a:srgbClr val="102A43"/>
                </a:solidFill>
              </a:defRPr>
            </a:lvl8pPr>
            <a:lvl9pPr>
              <a:defRPr sz="1350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02A43"/>
                </a:solidFill>
              </a:defRPr>
            </a:pPr>
            <a:r>
              <a:rPr sz="1350" b="0">
                <a:solidFill>
                  <a:srgbClr val="102A43"/>
                </a:solidFill>
              </a:rPr>
              <a:t>Daily status for a student and class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B1281D-F7A2-48E6-8E0C-32D7FD656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53000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B84"/>
                </a:solidFill>
              </a:defRPr>
            </a:defPPr>
            <a:lvl1pPr>
              <a:defRPr sz="1275" b="0">
                <a:solidFill>
                  <a:srgbClr val="526B84"/>
                </a:solidFill>
              </a:defRPr>
            </a:lvl1pPr>
            <a:lvl2pPr>
              <a:defRPr sz="1275" b="0">
                <a:solidFill>
                  <a:srgbClr val="526B84"/>
                </a:solidFill>
              </a:defRPr>
            </a:lvl2pPr>
            <a:lvl3pPr>
              <a:defRPr sz="1275" b="0">
                <a:solidFill>
                  <a:srgbClr val="526B84"/>
                </a:solidFill>
              </a:defRPr>
            </a:lvl3pPr>
            <a:lvl4pPr>
              <a:defRPr sz="1275" b="0">
                <a:solidFill>
                  <a:srgbClr val="526B84"/>
                </a:solidFill>
              </a:defRPr>
            </a:lvl4pPr>
            <a:lvl5pPr>
              <a:defRPr sz="1275" b="0">
                <a:solidFill>
                  <a:srgbClr val="526B84"/>
                </a:solidFill>
              </a:defRPr>
            </a:lvl5pPr>
            <a:lvl6pPr>
              <a:defRPr sz="1275" b="0">
                <a:solidFill>
                  <a:srgbClr val="526B84"/>
                </a:solidFill>
              </a:defRPr>
            </a:lvl6pPr>
            <a:lvl7pPr>
              <a:defRPr sz="1275" b="0">
                <a:solidFill>
                  <a:srgbClr val="526B84"/>
                </a:solidFill>
              </a:defRPr>
            </a:lvl7pPr>
            <a:lvl8pPr>
              <a:defRPr sz="1275" b="0">
                <a:solidFill>
                  <a:srgbClr val="526B84"/>
                </a:solidFill>
              </a:defRPr>
            </a:lvl8pPr>
            <a:lvl9pPr>
              <a:defRPr sz="1275" b="0">
                <a:solidFill>
                  <a:srgbClr val="526B84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B84"/>
                </a:solidFill>
              </a:defRPr>
            </a:pPr>
            <a:r>
              <a:rPr sz="1275" b="0">
                <a:solidFill>
                  <a:srgbClr val="526B84"/>
                </a:solidFill>
              </a:rPr>
              <a:t>Foreign keys preserve links between users, classes, enrollments and attendance records.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579FBB-1D69-455D-AD87-7562F9DE5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579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>
                <a:solidFill>
                  <a:srgbClr val="526B84"/>
                </a:solidFill>
              </a:defRPr>
            </a:defPPr>
            <a:lvl1pPr>
              <a:defRPr sz="750" b="0">
                <a:solidFill>
                  <a:srgbClr val="526B84"/>
                </a:solidFill>
              </a:defRPr>
            </a:lvl1pPr>
            <a:lvl2pPr>
              <a:defRPr sz="750" b="0">
                <a:solidFill>
                  <a:srgbClr val="526B84"/>
                </a:solidFill>
              </a:defRPr>
            </a:lvl2pPr>
            <a:lvl3pPr>
              <a:defRPr sz="750" b="0">
                <a:solidFill>
                  <a:srgbClr val="526B84"/>
                </a:solidFill>
              </a:defRPr>
            </a:lvl3pPr>
            <a:lvl4pPr>
              <a:defRPr sz="750" b="0">
                <a:solidFill>
                  <a:srgbClr val="526B84"/>
                </a:solidFill>
              </a:defRPr>
            </a:lvl4pPr>
            <a:lvl5pPr>
              <a:defRPr sz="750" b="0">
                <a:solidFill>
                  <a:srgbClr val="526B84"/>
                </a:solidFill>
              </a:defRPr>
            </a:lvl5pPr>
            <a:lvl6pPr>
              <a:defRPr sz="750" b="0">
                <a:solidFill>
                  <a:srgbClr val="526B84"/>
                </a:solidFill>
              </a:defRPr>
            </a:lvl6pPr>
            <a:lvl7pPr>
              <a:defRPr sz="750" b="0">
                <a:solidFill>
                  <a:srgbClr val="526B84"/>
                </a:solidFill>
              </a:defRPr>
            </a:lvl7pPr>
            <a:lvl8pPr>
              <a:defRPr sz="750" b="0">
                <a:solidFill>
                  <a:srgbClr val="526B84"/>
                </a:solidFill>
              </a:defRPr>
            </a:lvl8pPr>
            <a:lvl9pPr>
              <a:defRPr sz="750" b="0">
                <a:solidFill>
                  <a:srgbClr val="526B84"/>
                </a:solidFill>
              </a:defRPr>
            </a:lvl9pPr>
          </a:lstStyle>
          <a:p xmlns:a="http://schemas.openxmlformats.org/drawingml/2006/main">
            <a:pPr>
              <a:defRPr sz="750" b="0">
                <a:solidFill>
                  <a:srgbClr val="526B84"/>
                </a:solidFill>
              </a:defRPr>
            </a:pPr>
            <a:r>
              <a:rPr sz="750" b="0">
                <a:solidFill>
                  <a:srgbClr val="526B84"/>
                </a:solidFill>
              </a:rPr>
              <a:t>Smart Attendance Management System   |   5</a:t>
            </a:r>
          </a:p>
        </p:txBody>
      </p:sp>
    </p:spTree>
    <p:extLst>
      <p:ext uri="{BB962C8B-B14F-4D97-AF65-F5344CB8AC3E}">
        <p14:creationId xmlns:p14="http://schemas.microsoft.com/office/powerpoint/2010/main" val="167572990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51A4B50-A87F-46C6-B9EE-33972324F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02A43"/>
                </a:solidFill>
              </a:defRPr>
            </a:defPPr>
            <a:lvl1pPr>
              <a:defRPr sz="2550" b="1">
                <a:solidFill>
                  <a:srgbClr val="102A43"/>
                </a:solidFill>
              </a:defRPr>
            </a:lvl1pPr>
            <a:lvl2pPr>
              <a:defRPr sz="2550" b="1">
                <a:solidFill>
                  <a:srgbClr val="102A43"/>
                </a:solidFill>
              </a:defRPr>
            </a:lvl2pPr>
            <a:lvl3pPr>
              <a:defRPr sz="2550" b="1">
                <a:solidFill>
                  <a:srgbClr val="102A43"/>
                </a:solidFill>
              </a:defRPr>
            </a:lvl3pPr>
            <a:lvl4pPr>
              <a:defRPr sz="2550" b="1">
                <a:solidFill>
                  <a:srgbClr val="102A43"/>
                </a:solidFill>
              </a:defRPr>
            </a:lvl4pPr>
            <a:lvl5pPr>
              <a:defRPr sz="2550" b="1">
                <a:solidFill>
                  <a:srgbClr val="102A43"/>
                </a:solidFill>
              </a:defRPr>
            </a:lvl5pPr>
            <a:lvl6pPr>
              <a:defRPr sz="2550" b="1">
                <a:solidFill>
                  <a:srgbClr val="102A43"/>
                </a:solidFill>
              </a:defRPr>
            </a:lvl6pPr>
            <a:lvl7pPr>
              <a:defRPr sz="2550" b="1">
                <a:solidFill>
                  <a:srgbClr val="102A43"/>
                </a:solidFill>
              </a:defRPr>
            </a:lvl7pPr>
            <a:lvl8pPr>
              <a:defRPr sz="2550" b="1">
                <a:solidFill>
                  <a:srgbClr val="102A43"/>
                </a:solidFill>
              </a:defRPr>
            </a:lvl8pPr>
            <a:lvl9pPr>
              <a:defRPr sz="255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02A43"/>
                </a:solidFill>
              </a:defRPr>
            </a:pPr>
            <a:r>
              <a:rPr sz="2550" b="1">
                <a:solidFill>
                  <a:srgbClr val="102A43"/>
                </a:solidFill>
              </a:rPr>
              <a:t>Security Controls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A360E7-9475-49A2-91B5-B1E1A14FC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049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B84"/>
                </a:solidFill>
              </a:defRPr>
            </a:defPPr>
            <a:lvl1pPr>
              <a:defRPr sz="1200" b="0">
                <a:solidFill>
                  <a:srgbClr val="526B84"/>
                </a:solidFill>
              </a:defRPr>
            </a:lvl1pPr>
            <a:lvl2pPr>
              <a:defRPr sz="1200" b="0">
                <a:solidFill>
                  <a:srgbClr val="526B84"/>
                </a:solidFill>
              </a:defRPr>
            </a:lvl2pPr>
            <a:lvl3pPr>
              <a:defRPr sz="1200" b="0">
                <a:solidFill>
                  <a:srgbClr val="526B84"/>
                </a:solidFill>
              </a:defRPr>
            </a:lvl3pPr>
            <a:lvl4pPr>
              <a:defRPr sz="1200" b="0">
                <a:solidFill>
                  <a:srgbClr val="526B84"/>
                </a:solidFill>
              </a:defRPr>
            </a:lvl4pPr>
            <a:lvl5pPr>
              <a:defRPr sz="1200" b="0">
                <a:solidFill>
                  <a:srgbClr val="526B84"/>
                </a:solidFill>
              </a:defRPr>
            </a:lvl5pPr>
            <a:lvl6pPr>
              <a:defRPr sz="1200" b="0">
                <a:solidFill>
                  <a:srgbClr val="526B84"/>
                </a:solidFill>
              </a:defRPr>
            </a:lvl6pPr>
            <a:lvl7pPr>
              <a:defRPr sz="1200" b="0">
                <a:solidFill>
                  <a:srgbClr val="526B84"/>
                </a:solidFill>
              </a:defRPr>
            </a:lvl7pPr>
            <a:lvl8pPr>
              <a:defRPr sz="1200" b="0">
                <a:solidFill>
                  <a:srgbClr val="526B84"/>
                </a:solidFill>
              </a:defRPr>
            </a:lvl8pPr>
            <a:lvl9pPr>
              <a:defRPr sz="1200" b="0">
                <a:solidFill>
                  <a:srgbClr val="526B84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B84"/>
                </a:solidFill>
              </a:defRPr>
            </a:pPr>
            <a:r>
              <a:rPr sz="1200" b="0">
                <a:solidFill>
                  <a:srgbClr val="526B84"/>
                </a:solidFill>
              </a:rPr>
              <a:t>Server-side controls protect account access and data changes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0CC729-39FA-49EF-8D7A-3029478D1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66850"/>
            <a:ext cx="10706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5B5"/>
          </a:solidFill>
          <a:ln xmlns:a="http://schemas.openxmlformats.org/drawingml/2006/main" w="0">
            <a:solidFill>
              <a:srgbClr val="2F75B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00AAD4-29A3-4CB5-8183-BDFB48D3C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81125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102A43"/>
                </a:solidFill>
              </a:defRPr>
            </a:defPPr>
            <a:lvl1pPr>
              <a:defRPr sz="1575" b="1">
                <a:solidFill>
                  <a:srgbClr val="102A43"/>
                </a:solidFill>
              </a:defRPr>
            </a:lvl1pPr>
            <a:lvl2pPr>
              <a:defRPr sz="1575" b="1">
                <a:solidFill>
                  <a:srgbClr val="102A43"/>
                </a:solidFill>
              </a:defRPr>
            </a:lvl2pPr>
            <a:lvl3pPr>
              <a:defRPr sz="1575" b="1">
                <a:solidFill>
                  <a:srgbClr val="102A43"/>
                </a:solidFill>
              </a:defRPr>
            </a:lvl3pPr>
            <a:lvl4pPr>
              <a:defRPr sz="1575" b="1">
                <a:solidFill>
                  <a:srgbClr val="102A43"/>
                </a:solidFill>
              </a:defRPr>
            </a:lvl4pPr>
            <a:lvl5pPr>
              <a:defRPr sz="1575" b="1">
                <a:solidFill>
                  <a:srgbClr val="102A43"/>
                </a:solidFill>
              </a:defRPr>
            </a:lvl5pPr>
            <a:lvl6pPr>
              <a:defRPr sz="1575" b="1">
                <a:solidFill>
                  <a:srgbClr val="102A43"/>
                </a:solidFill>
              </a:defRPr>
            </a:lvl6pPr>
            <a:lvl7pPr>
              <a:defRPr sz="1575" b="1">
                <a:solidFill>
                  <a:srgbClr val="102A43"/>
                </a:solidFill>
              </a:defRPr>
            </a:lvl7pPr>
            <a:lvl8pPr>
              <a:defRPr sz="1575" b="1">
                <a:solidFill>
                  <a:srgbClr val="102A43"/>
                </a:solidFill>
              </a:defRPr>
            </a:lvl8pPr>
            <a:lvl9pPr>
              <a:defRPr sz="1575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02A43"/>
                </a:solidFill>
              </a:defRPr>
            </a:pPr>
            <a:r>
              <a:rPr sz="1575" b="1">
                <a:solidFill>
                  <a:srgbClr val="102A43"/>
                </a:solidFill>
              </a:rPr>
              <a:t>Password hashing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C5AE8B-1DC3-495B-98BF-F977ECE09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81175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B84"/>
                </a:solidFill>
              </a:defRPr>
            </a:defPPr>
            <a:lvl1pPr>
              <a:defRPr sz="1275" b="0">
                <a:solidFill>
                  <a:srgbClr val="526B84"/>
                </a:solidFill>
              </a:defRPr>
            </a:lvl1pPr>
            <a:lvl2pPr>
              <a:defRPr sz="1275" b="0">
                <a:solidFill>
                  <a:srgbClr val="526B84"/>
                </a:solidFill>
              </a:defRPr>
            </a:lvl2pPr>
            <a:lvl3pPr>
              <a:defRPr sz="1275" b="0">
                <a:solidFill>
                  <a:srgbClr val="526B84"/>
                </a:solidFill>
              </a:defRPr>
            </a:lvl3pPr>
            <a:lvl4pPr>
              <a:defRPr sz="1275" b="0">
                <a:solidFill>
                  <a:srgbClr val="526B84"/>
                </a:solidFill>
              </a:defRPr>
            </a:lvl4pPr>
            <a:lvl5pPr>
              <a:defRPr sz="1275" b="0">
                <a:solidFill>
                  <a:srgbClr val="526B84"/>
                </a:solidFill>
              </a:defRPr>
            </a:lvl5pPr>
            <a:lvl6pPr>
              <a:defRPr sz="1275" b="0">
                <a:solidFill>
                  <a:srgbClr val="526B84"/>
                </a:solidFill>
              </a:defRPr>
            </a:lvl6pPr>
            <a:lvl7pPr>
              <a:defRPr sz="1275" b="0">
                <a:solidFill>
                  <a:srgbClr val="526B84"/>
                </a:solidFill>
              </a:defRPr>
            </a:lvl7pPr>
            <a:lvl8pPr>
              <a:defRPr sz="1275" b="0">
                <a:solidFill>
                  <a:srgbClr val="526B84"/>
                </a:solidFill>
              </a:defRPr>
            </a:lvl8pPr>
            <a:lvl9pPr>
              <a:defRPr sz="1275" b="0">
                <a:solidFill>
                  <a:srgbClr val="526B84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B84"/>
                </a:solidFill>
              </a:defRPr>
            </a:pPr>
            <a:r>
              <a:rPr sz="1275" b="0">
                <a:solidFill>
                  <a:srgbClr val="526B84"/>
                </a:solidFill>
              </a:rPr>
              <a:t>password_hash stores a one-way hash.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F5A0FD-F227-41B5-A821-13608BFCC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71725"/>
            <a:ext cx="409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6E2"/>
          </a:solidFill>
          <a:ln xmlns:a="http://schemas.openxmlformats.org/drawingml/2006/main" w="0">
            <a:solidFill>
              <a:srgbClr val="C9D6E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28C5FC-5BF0-473E-A2C4-D8C29BCB5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381125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102A43"/>
                </a:solidFill>
              </a:defRPr>
            </a:defPPr>
            <a:lvl1pPr>
              <a:defRPr sz="1575" b="1">
                <a:solidFill>
                  <a:srgbClr val="102A43"/>
                </a:solidFill>
              </a:defRPr>
            </a:lvl1pPr>
            <a:lvl2pPr>
              <a:defRPr sz="1575" b="1">
                <a:solidFill>
                  <a:srgbClr val="102A43"/>
                </a:solidFill>
              </a:defRPr>
            </a:lvl2pPr>
            <a:lvl3pPr>
              <a:defRPr sz="1575" b="1">
                <a:solidFill>
                  <a:srgbClr val="102A43"/>
                </a:solidFill>
              </a:defRPr>
            </a:lvl3pPr>
            <a:lvl4pPr>
              <a:defRPr sz="1575" b="1">
                <a:solidFill>
                  <a:srgbClr val="102A43"/>
                </a:solidFill>
              </a:defRPr>
            </a:lvl4pPr>
            <a:lvl5pPr>
              <a:defRPr sz="1575" b="1">
                <a:solidFill>
                  <a:srgbClr val="102A43"/>
                </a:solidFill>
              </a:defRPr>
            </a:lvl5pPr>
            <a:lvl6pPr>
              <a:defRPr sz="1575" b="1">
                <a:solidFill>
                  <a:srgbClr val="102A43"/>
                </a:solidFill>
              </a:defRPr>
            </a:lvl6pPr>
            <a:lvl7pPr>
              <a:defRPr sz="1575" b="1">
                <a:solidFill>
                  <a:srgbClr val="102A43"/>
                </a:solidFill>
              </a:defRPr>
            </a:lvl7pPr>
            <a:lvl8pPr>
              <a:defRPr sz="1575" b="1">
                <a:solidFill>
                  <a:srgbClr val="102A43"/>
                </a:solidFill>
              </a:defRPr>
            </a:lvl8pPr>
            <a:lvl9pPr>
              <a:defRPr sz="1575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02A43"/>
                </a:solidFill>
              </a:defRPr>
            </a:pPr>
            <a:r>
              <a:rPr sz="1575" b="1">
                <a:solidFill>
                  <a:srgbClr val="102A43"/>
                </a:solidFill>
              </a:rPr>
              <a:t>Password verification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4043C9-0545-4AD8-9933-708965EB0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781175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B84"/>
                </a:solidFill>
              </a:defRPr>
            </a:defPPr>
            <a:lvl1pPr>
              <a:defRPr sz="1275" b="0">
                <a:solidFill>
                  <a:srgbClr val="526B84"/>
                </a:solidFill>
              </a:defRPr>
            </a:lvl1pPr>
            <a:lvl2pPr>
              <a:defRPr sz="1275" b="0">
                <a:solidFill>
                  <a:srgbClr val="526B84"/>
                </a:solidFill>
              </a:defRPr>
            </a:lvl2pPr>
            <a:lvl3pPr>
              <a:defRPr sz="1275" b="0">
                <a:solidFill>
                  <a:srgbClr val="526B84"/>
                </a:solidFill>
              </a:defRPr>
            </a:lvl3pPr>
            <a:lvl4pPr>
              <a:defRPr sz="1275" b="0">
                <a:solidFill>
                  <a:srgbClr val="526B84"/>
                </a:solidFill>
              </a:defRPr>
            </a:lvl4pPr>
            <a:lvl5pPr>
              <a:defRPr sz="1275" b="0">
                <a:solidFill>
                  <a:srgbClr val="526B84"/>
                </a:solidFill>
              </a:defRPr>
            </a:lvl5pPr>
            <a:lvl6pPr>
              <a:defRPr sz="1275" b="0">
                <a:solidFill>
                  <a:srgbClr val="526B84"/>
                </a:solidFill>
              </a:defRPr>
            </a:lvl6pPr>
            <a:lvl7pPr>
              <a:defRPr sz="1275" b="0">
                <a:solidFill>
                  <a:srgbClr val="526B84"/>
                </a:solidFill>
              </a:defRPr>
            </a:lvl7pPr>
            <a:lvl8pPr>
              <a:defRPr sz="1275" b="0">
                <a:solidFill>
                  <a:srgbClr val="526B84"/>
                </a:solidFill>
              </a:defRPr>
            </a:lvl8pPr>
            <a:lvl9pPr>
              <a:defRPr sz="1275" b="0">
                <a:solidFill>
                  <a:srgbClr val="526B84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B84"/>
                </a:solidFill>
              </a:defRPr>
            </a:pPr>
            <a:r>
              <a:rPr sz="1275" b="0">
                <a:solidFill>
                  <a:srgbClr val="526B84"/>
                </a:solidFill>
              </a:rPr>
              <a:t>password_verify validates a sign-in.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7391FD-750C-4584-B6B4-EB5552D8F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371725"/>
            <a:ext cx="409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6E2"/>
          </a:solidFill>
          <a:ln xmlns:a="http://schemas.openxmlformats.org/drawingml/2006/main" w="0">
            <a:solidFill>
              <a:srgbClr val="C9D6E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781418-148C-44E1-B1FF-AA747B0D2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33675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102A43"/>
                </a:solidFill>
              </a:defRPr>
            </a:defPPr>
            <a:lvl1pPr>
              <a:defRPr sz="1575" b="1">
                <a:solidFill>
                  <a:srgbClr val="102A43"/>
                </a:solidFill>
              </a:defRPr>
            </a:lvl1pPr>
            <a:lvl2pPr>
              <a:defRPr sz="1575" b="1">
                <a:solidFill>
                  <a:srgbClr val="102A43"/>
                </a:solidFill>
              </a:defRPr>
            </a:lvl2pPr>
            <a:lvl3pPr>
              <a:defRPr sz="1575" b="1">
                <a:solidFill>
                  <a:srgbClr val="102A43"/>
                </a:solidFill>
              </a:defRPr>
            </a:lvl3pPr>
            <a:lvl4pPr>
              <a:defRPr sz="1575" b="1">
                <a:solidFill>
                  <a:srgbClr val="102A43"/>
                </a:solidFill>
              </a:defRPr>
            </a:lvl4pPr>
            <a:lvl5pPr>
              <a:defRPr sz="1575" b="1">
                <a:solidFill>
                  <a:srgbClr val="102A43"/>
                </a:solidFill>
              </a:defRPr>
            </a:lvl5pPr>
            <a:lvl6pPr>
              <a:defRPr sz="1575" b="1">
                <a:solidFill>
                  <a:srgbClr val="102A43"/>
                </a:solidFill>
              </a:defRPr>
            </a:lvl6pPr>
            <a:lvl7pPr>
              <a:defRPr sz="1575" b="1">
                <a:solidFill>
                  <a:srgbClr val="102A43"/>
                </a:solidFill>
              </a:defRPr>
            </a:lvl7pPr>
            <a:lvl8pPr>
              <a:defRPr sz="1575" b="1">
                <a:solidFill>
                  <a:srgbClr val="102A43"/>
                </a:solidFill>
              </a:defRPr>
            </a:lvl8pPr>
            <a:lvl9pPr>
              <a:defRPr sz="1575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02A43"/>
                </a:solidFill>
              </a:defRPr>
            </a:pPr>
            <a:r>
              <a:rPr sz="1575" b="1">
                <a:solidFill>
                  <a:srgbClr val="102A43"/>
                </a:solidFill>
              </a:rPr>
              <a:t>Session protection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9E0F7B-C2D8-45BF-A3B0-5E3B03B39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33725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B84"/>
                </a:solidFill>
              </a:defRPr>
            </a:defPPr>
            <a:lvl1pPr>
              <a:defRPr sz="1275" b="0">
                <a:solidFill>
                  <a:srgbClr val="526B84"/>
                </a:solidFill>
              </a:defRPr>
            </a:lvl1pPr>
            <a:lvl2pPr>
              <a:defRPr sz="1275" b="0">
                <a:solidFill>
                  <a:srgbClr val="526B84"/>
                </a:solidFill>
              </a:defRPr>
            </a:lvl2pPr>
            <a:lvl3pPr>
              <a:defRPr sz="1275" b="0">
                <a:solidFill>
                  <a:srgbClr val="526B84"/>
                </a:solidFill>
              </a:defRPr>
            </a:lvl3pPr>
            <a:lvl4pPr>
              <a:defRPr sz="1275" b="0">
                <a:solidFill>
                  <a:srgbClr val="526B84"/>
                </a:solidFill>
              </a:defRPr>
            </a:lvl4pPr>
            <a:lvl5pPr>
              <a:defRPr sz="1275" b="0">
                <a:solidFill>
                  <a:srgbClr val="526B84"/>
                </a:solidFill>
              </a:defRPr>
            </a:lvl5pPr>
            <a:lvl6pPr>
              <a:defRPr sz="1275" b="0">
                <a:solidFill>
                  <a:srgbClr val="526B84"/>
                </a:solidFill>
              </a:defRPr>
            </a:lvl6pPr>
            <a:lvl7pPr>
              <a:defRPr sz="1275" b="0">
                <a:solidFill>
                  <a:srgbClr val="526B84"/>
                </a:solidFill>
              </a:defRPr>
            </a:lvl7pPr>
            <a:lvl8pPr>
              <a:defRPr sz="1275" b="0">
                <a:solidFill>
                  <a:srgbClr val="526B84"/>
                </a:solidFill>
              </a:defRPr>
            </a:lvl8pPr>
            <a:lvl9pPr>
              <a:defRPr sz="1275" b="0">
                <a:solidFill>
                  <a:srgbClr val="526B84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B84"/>
                </a:solidFill>
              </a:defRPr>
            </a:pPr>
            <a:r>
              <a:rPr sz="1275" b="0">
                <a:solidFill>
                  <a:srgbClr val="526B84"/>
                </a:solidFill>
              </a:rPr>
              <a:t>HTTP-only cookie settings and session ID regeneration.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6D49A7-F9EA-4ADF-A33E-9169DD4F7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24275"/>
            <a:ext cx="409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6E2"/>
          </a:solidFill>
          <a:ln xmlns:a="http://schemas.openxmlformats.org/drawingml/2006/main" w="0">
            <a:solidFill>
              <a:srgbClr val="C9D6E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66CD95-516C-4C9E-A9BE-2FC5C2FAF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733675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102A43"/>
                </a:solidFill>
              </a:defRPr>
            </a:defPPr>
            <a:lvl1pPr>
              <a:defRPr sz="1575" b="1">
                <a:solidFill>
                  <a:srgbClr val="102A43"/>
                </a:solidFill>
              </a:defRPr>
            </a:lvl1pPr>
            <a:lvl2pPr>
              <a:defRPr sz="1575" b="1">
                <a:solidFill>
                  <a:srgbClr val="102A43"/>
                </a:solidFill>
              </a:defRPr>
            </a:lvl2pPr>
            <a:lvl3pPr>
              <a:defRPr sz="1575" b="1">
                <a:solidFill>
                  <a:srgbClr val="102A43"/>
                </a:solidFill>
              </a:defRPr>
            </a:lvl3pPr>
            <a:lvl4pPr>
              <a:defRPr sz="1575" b="1">
                <a:solidFill>
                  <a:srgbClr val="102A43"/>
                </a:solidFill>
              </a:defRPr>
            </a:lvl4pPr>
            <a:lvl5pPr>
              <a:defRPr sz="1575" b="1">
                <a:solidFill>
                  <a:srgbClr val="102A43"/>
                </a:solidFill>
              </a:defRPr>
            </a:lvl5pPr>
            <a:lvl6pPr>
              <a:defRPr sz="1575" b="1">
                <a:solidFill>
                  <a:srgbClr val="102A43"/>
                </a:solidFill>
              </a:defRPr>
            </a:lvl6pPr>
            <a:lvl7pPr>
              <a:defRPr sz="1575" b="1">
                <a:solidFill>
                  <a:srgbClr val="102A43"/>
                </a:solidFill>
              </a:defRPr>
            </a:lvl7pPr>
            <a:lvl8pPr>
              <a:defRPr sz="1575" b="1">
                <a:solidFill>
                  <a:srgbClr val="102A43"/>
                </a:solidFill>
              </a:defRPr>
            </a:lvl8pPr>
            <a:lvl9pPr>
              <a:defRPr sz="1575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02A43"/>
                </a:solidFill>
              </a:defRPr>
            </a:pPr>
            <a:r>
              <a:rPr sz="1575" b="1">
                <a:solidFill>
                  <a:srgbClr val="102A43"/>
                </a:solidFill>
              </a:rPr>
              <a:t>Role checks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7D4985-1F67-41B4-AD18-135772E0B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133725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B84"/>
                </a:solidFill>
              </a:defRPr>
            </a:defPPr>
            <a:lvl1pPr>
              <a:defRPr sz="1275" b="0">
                <a:solidFill>
                  <a:srgbClr val="526B84"/>
                </a:solidFill>
              </a:defRPr>
            </a:lvl1pPr>
            <a:lvl2pPr>
              <a:defRPr sz="1275" b="0">
                <a:solidFill>
                  <a:srgbClr val="526B84"/>
                </a:solidFill>
              </a:defRPr>
            </a:lvl2pPr>
            <a:lvl3pPr>
              <a:defRPr sz="1275" b="0">
                <a:solidFill>
                  <a:srgbClr val="526B84"/>
                </a:solidFill>
              </a:defRPr>
            </a:lvl3pPr>
            <a:lvl4pPr>
              <a:defRPr sz="1275" b="0">
                <a:solidFill>
                  <a:srgbClr val="526B84"/>
                </a:solidFill>
              </a:defRPr>
            </a:lvl4pPr>
            <a:lvl5pPr>
              <a:defRPr sz="1275" b="0">
                <a:solidFill>
                  <a:srgbClr val="526B84"/>
                </a:solidFill>
              </a:defRPr>
            </a:lvl5pPr>
            <a:lvl6pPr>
              <a:defRPr sz="1275" b="0">
                <a:solidFill>
                  <a:srgbClr val="526B84"/>
                </a:solidFill>
              </a:defRPr>
            </a:lvl6pPr>
            <a:lvl7pPr>
              <a:defRPr sz="1275" b="0">
                <a:solidFill>
                  <a:srgbClr val="526B84"/>
                </a:solidFill>
              </a:defRPr>
            </a:lvl7pPr>
            <a:lvl8pPr>
              <a:defRPr sz="1275" b="0">
                <a:solidFill>
                  <a:srgbClr val="526B84"/>
                </a:solidFill>
              </a:defRPr>
            </a:lvl8pPr>
            <a:lvl9pPr>
              <a:defRPr sz="1275" b="0">
                <a:solidFill>
                  <a:srgbClr val="526B84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B84"/>
                </a:solidFill>
              </a:defRPr>
            </a:pPr>
            <a:r>
              <a:rPr sz="1275" b="0">
                <a:solidFill>
                  <a:srgbClr val="526B84"/>
                </a:solidFill>
              </a:rPr>
              <a:t>Protected pages allow only permitted roles.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CFF7E9-8D29-4C32-8533-5C97AB17D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724275"/>
            <a:ext cx="409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6E2"/>
          </a:solidFill>
          <a:ln xmlns:a="http://schemas.openxmlformats.org/drawingml/2006/main" w="0">
            <a:solidFill>
              <a:srgbClr val="C9D6E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C2970B-6333-433E-B35F-FE8E64B36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86225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102A43"/>
                </a:solidFill>
              </a:defRPr>
            </a:defPPr>
            <a:lvl1pPr>
              <a:defRPr sz="1575" b="1">
                <a:solidFill>
                  <a:srgbClr val="102A43"/>
                </a:solidFill>
              </a:defRPr>
            </a:lvl1pPr>
            <a:lvl2pPr>
              <a:defRPr sz="1575" b="1">
                <a:solidFill>
                  <a:srgbClr val="102A43"/>
                </a:solidFill>
              </a:defRPr>
            </a:lvl2pPr>
            <a:lvl3pPr>
              <a:defRPr sz="1575" b="1">
                <a:solidFill>
                  <a:srgbClr val="102A43"/>
                </a:solidFill>
              </a:defRPr>
            </a:lvl3pPr>
            <a:lvl4pPr>
              <a:defRPr sz="1575" b="1">
                <a:solidFill>
                  <a:srgbClr val="102A43"/>
                </a:solidFill>
              </a:defRPr>
            </a:lvl4pPr>
            <a:lvl5pPr>
              <a:defRPr sz="1575" b="1">
                <a:solidFill>
                  <a:srgbClr val="102A43"/>
                </a:solidFill>
              </a:defRPr>
            </a:lvl5pPr>
            <a:lvl6pPr>
              <a:defRPr sz="1575" b="1">
                <a:solidFill>
                  <a:srgbClr val="102A43"/>
                </a:solidFill>
              </a:defRPr>
            </a:lvl6pPr>
            <a:lvl7pPr>
              <a:defRPr sz="1575" b="1">
                <a:solidFill>
                  <a:srgbClr val="102A43"/>
                </a:solidFill>
              </a:defRPr>
            </a:lvl7pPr>
            <a:lvl8pPr>
              <a:defRPr sz="1575" b="1">
                <a:solidFill>
                  <a:srgbClr val="102A43"/>
                </a:solidFill>
              </a:defRPr>
            </a:lvl8pPr>
            <a:lvl9pPr>
              <a:defRPr sz="1575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02A43"/>
                </a:solidFill>
              </a:defRPr>
            </a:pPr>
            <a:r>
              <a:rPr sz="1575" b="1">
                <a:solidFill>
                  <a:srgbClr val="102A43"/>
                </a:solidFill>
              </a:rPr>
              <a:t>CSRF tokens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5A8DFF-E4F2-41BA-93D3-D490FD7A1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86275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B84"/>
                </a:solidFill>
              </a:defRPr>
            </a:defPPr>
            <a:lvl1pPr>
              <a:defRPr sz="1275" b="0">
                <a:solidFill>
                  <a:srgbClr val="526B84"/>
                </a:solidFill>
              </a:defRPr>
            </a:lvl1pPr>
            <a:lvl2pPr>
              <a:defRPr sz="1275" b="0">
                <a:solidFill>
                  <a:srgbClr val="526B84"/>
                </a:solidFill>
              </a:defRPr>
            </a:lvl2pPr>
            <a:lvl3pPr>
              <a:defRPr sz="1275" b="0">
                <a:solidFill>
                  <a:srgbClr val="526B84"/>
                </a:solidFill>
              </a:defRPr>
            </a:lvl3pPr>
            <a:lvl4pPr>
              <a:defRPr sz="1275" b="0">
                <a:solidFill>
                  <a:srgbClr val="526B84"/>
                </a:solidFill>
              </a:defRPr>
            </a:lvl4pPr>
            <a:lvl5pPr>
              <a:defRPr sz="1275" b="0">
                <a:solidFill>
                  <a:srgbClr val="526B84"/>
                </a:solidFill>
              </a:defRPr>
            </a:lvl5pPr>
            <a:lvl6pPr>
              <a:defRPr sz="1275" b="0">
                <a:solidFill>
                  <a:srgbClr val="526B84"/>
                </a:solidFill>
              </a:defRPr>
            </a:lvl6pPr>
            <a:lvl7pPr>
              <a:defRPr sz="1275" b="0">
                <a:solidFill>
                  <a:srgbClr val="526B84"/>
                </a:solidFill>
              </a:defRPr>
            </a:lvl7pPr>
            <a:lvl8pPr>
              <a:defRPr sz="1275" b="0">
                <a:solidFill>
                  <a:srgbClr val="526B84"/>
                </a:solidFill>
              </a:defRPr>
            </a:lvl8pPr>
            <a:lvl9pPr>
              <a:defRPr sz="1275" b="0">
                <a:solidFill>
                  <a:srgbClr val="526B84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B84"/>
                </a:solidFill>
              </a:defRPr>
            </a:pPr>
            <a:r>
              <a:rPr sz="1275" b="0">
                <a:solidFill>
                  <a:srgbClr val="526B84"/>
                </a:solidFill>
              </a:rPr>
              <a:t>Forms reject forged state-changing requests.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4B758E-1C8D-45C5-BCA1-3ADF00B17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76825"/>
            <a:ext cx="409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6E2"/>
          </a:solidFill>
          <a:ln xmlns:a="http://schemas.openxmlformats.org/drawingml/2006/main" w="0">
            <a:solidFill>
              <a:srgbClr val="C9D6E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2FE776-AD93-4542-B73A-EEAEAEFA1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086225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102A43"/>
                </a:solidFill>
              </a:defRPr>
            </a:defPPr>
            <a:lvl1pPr>
              <a:defRPr sz="1575" b="1">
                <a:solidFill>
                  <a:srgbClr val="102A43"/>
                </a:solidFill>
              </a:defRPr>
            </a:lvl1pPr>
            <a:lvl2pPr>
              <a:defRPr sz="1575" b="1">
                <a:solidFill>
                  <a:srgbClr val="102A43"/>
                </a:solidFill>
              </a:defRPr>
            </a:lvl2pPr>
            <a:lvl3pPr>
              <a:defRPr sz="1575" b="1">
                <a:solidFill>
                  <a:srgbClr val="102A43"/>
                </a:solidFill>
              </a:defRPr>
            </a:lvl3pPr>
            <a:lvl4pPr>
              <a:defRPr sz="1575" b="1">
                <a:solidFill>
                  <a:srgbClr val="102A43"/>
                </a:solidFill>
              </a:defRPr>
            </a:lvl4pPr>
            <a:lvl5pPr>
              <a:defRPr sz="1575" b="1">
                <a:solidFill>
                  <a:srgbClr val="102A43"/>
                </a:solidFill>
              </a:defRPr>
            </a:lvl5pPr>
            <a:lvl6pPr>
              <a:defRPr sz="1575" b="1">
                <a:solidFill>
                  <a:srgbClr val="102A43"/>
                </a:solidFill>
              </a:defRPr>
            </a:lvl6pPr>
            <a:lvl7pPr>
              <a:defRPr sz="1575" b="1">
                <a:solidFill>
                  <a:srgbClr val="102A43"/>
                </a:solidFill>
              </a:defRPr>
            </a:lvl7pPr>
            <a:lvl8pPr>
              <a:defRPr sz="1575" b="1">
                <a:solidFill>
                  <a:srgbClr val="102A43"/>
                </a:solidFill>
              </a:defRPr>
            </a:lvl8pPr>
            <a:lvl9pPr>
              <a:defRPr sz="1575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02A43"/>
                </a:solidFill>
              </a:defRPr>
            </a:pPr>
            <a:r>
              <a:rPr sz="1575" b="1">
                <a:solidFill>
                  <a:srgbClr val="102A43"/>
                </a:solidFill>
              </a:rPr>
              <a:t>Prepared queries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BE4648-A67C-4F75-B3EB-F82625E4A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486275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B84"/>
                </a:solidFill>
              </a:defRPr>
            </a:defPPr>
            <a:lvl1pPr>
              <a:defRPr sz="1275" b="0">
                <a:solidFill>
                  <a:srgbClr val="526B84"/>
                </a:solidFill>
              </a:defRPr>
            </a:lvl1pPr>
            <a:lvl2pPr>
              <a:defRPr sz="1275" b="0">
                <a:solidFill>
                  <a:srgbClr val="526B84"/>
                </a:solidFill>
              </a:defRPr>
            </a:lvl2pPr>
            <a:lvl3pPr>
              <a:defRPr sz="1275" b="0">
                <a:solidFill>
                  <a:srgbClr val="526B84"/>
                </a:solidFill>
              </a:defRPr>
            </a:lvl3pPr>
            <a:lvl4pPr>
              <a:defRPr sz="1275" b="0">
                <a:solidFill>
                  <a:srgbClr val="526B84"/>
                </a:solidFill>
              </a:defRPr>
            </a:lvl4pPr>
            <a:lvl5pPr>
              <a:defRPr sz="1275" b="0">
                <a:solidFill>
                  <a:srgbClr val="526B84"/>
                </a:solidFill>
              </a:defRPr>
            </a:lvl5pPr>
            <a:lvl6pPr>
              <a:defRPr sz="1275" b="0">
                <a:solidFill>
                  <a:srgbClr val="526B84"/>
                </a:solidFill>
              </a:defRPr>
            </a:lvl6pPr>
            <a:lvl7pPr>
              <a:defRPr sz="1275" b="0">
                <a:solidFill>
                  <a:srgbClr val="526B84"/>
                </a:solidFill>
              </a:defRPr>
            </a:lvl7pPr>
            <a:lvl8pPr>
              <a:defRPr sz="1275" b="0">
                <a:solidFill>
                  <a:srgbClr val="526B84"/>
                </a:solidFill>
              </a:defRPr>
            </a:lvl8pPr>
            <a:lvl9pPr>
              <a:defRPr sz="1275" b="0">
                <a:solidFill>
                  <a:srgbClr val="526B84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B84"/>
                </a:solidFill>
              </a:defRPr>
            </a:pPr>
            <a:r>
              <a:rPr sz="1275" b="0">
                <a:solidFill>
                  <a:srgbClr val="526B84"/>
                </a:solidFill>
              </a:rPr>
              <a:t>PDO parameters prevent SQL injection.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CBC0FD-F100-4B5C-BF64-7CFE5F001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5076825"/>
            <a:ext cx="409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6E2"/>
          </a:solidFill>
          <a:ln xmlns:a="http://schemas.openxmlformats.org/drawingml/2006/main" w="0">
            <a:solidFill>
              <a:srgbClr val="C9D6E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53F14AB-A160-4EA2-A213-B0C9F046C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579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>
                <a:solidFill>
                  <a:srgbClr val="526B84"/>
                </a:solidFill>
              </a:defRPr>
            </a:defPPr>
            <a:lvl1pPr>
              <a:defRPr sz="750" b="0">
                <a:solidFill>
                  <a:srgbClr val="526B84"/>
                </a:solidFill>
              </a:defRPr>
            </a:lvl1pPr>
            <a:lvl2pPr>
              <a:defRPr sz="750" b="0">
                <a:solidFill>
                  <a:srgbClr val="526B84"/>
                </a:solidFill>
              </a:defRPr>
            </a:lvl2pPr>
            <a:lvl3pPr>
              <a:defRPr sz="750" b="0">
                <a:solidFill>
                  <a:srgbClr val="526B84"/>
                </a:solidFill>
              </a:defRPr>
            </a:lvl3pPr>
            <a:lvl4pPr>
              <a:defRPr sz="750" b="0">
                <a:solidFill>
                  <a:srgbClr val="526B84"/>
                </a:solidFill>
              </a:defRPr>
            </a:lvl4pPr>
            <a:lvl5pPr>
              <a:defRPr sz="750" b="0">
                <a:solidFill>
                  <a:srgbClr val="526B84"/>
                </a:solidFill>
              </a:defRPr>
            </a:lvl5pPr>
            <a:lvl6pPr>
              <a:defRPr sz="750" b="0">
                <a:solidFill>
                  <a:srgbClr val="526B84"/>
                </a:solidFill>
              </a:defRPr>
            </a:lvl6pPr>
            <a:lvl7pPr>
              <a:defRPr sz="750" b="0">
                <a:solidFill>
                  <a:srgbClr val="526B84"/>
                </a:solidFill>
              </a:defRPr>
            </a:lvl7pPr>
            <a:lvl8pPr>
              <a:defRPr sz="750" b="0">
                <a:solidFill>
                  <a:srgbClr val="526B84"/>
                </a:solidFill>
              </a:defRPr>
            </a:lvl8pPr>
            <a:lvl9pPr>
              <a:defRPr sz="750" b="0">
                <a:solidFill>
                  <a:srgbClr val="526B84"/>
                </a:solidFill>
              </a:defRPr>
            </a:lvl9pPr>
          </a:lstStyle>
          <a:p xmlns:a="http://schemas.openxmlformats.org/drawingml/2006/main">
            <a:pPr>
              <a:defRPr sz="750" b="0">
                <a:solidFill>
                  <a:srgbClr val="526B84"/>
                </a:solidFill>
              </a:defRPr>
            </a:pPr>
            <a:r>
              <a:rPr sz="750" b="0">
                <a:solidFill>
                  <a:srgbClr val="526B84"/>
                </a:solidFill>
              </a:rPr>
              <a:t>Smart Attendance Management System   |   6</a:t>
            </a:r>
          </a:p>
        </p:txBody>
      </p:sp>
    </p:spTree>
    <p:extLst>
      <p:ext uri="{BB962C8B-B14F-4D97-AF65-F5344CB8AC3E}">
        <p14:creationId xmlns:p14="http://schemas.microsoft.com/office/powerpoint/2010/main" val="59818880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0F9381-82F9-4A52-B394-5E629640E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90550"/>
            <a:ext cx="7620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102A43"/>
                </a:solidFill>
              </a:defRPr>
            </a:defPPr>
            <a:lvl1pPr>
              <a:defRPr sz="2325" b="1">
                <a:solidFill>
                  <a:srgbClr val="102A43"/>
                </a:solidFill>
              </a:defRPr>
            </a:lvl1pPr>
            <a:lvl2pPr>
              <a:defRPr sz="2325" b="1">
                <a:solidFill>
                  <a:srgbClr val="102A43"/>
                </a:solidFill>
              </a:defRPr>
            </a:lvl2pPr>
            <a:lvl3pPr>
              <a:defRPr sz="2325" b="1">
                <a:solidFill>
                  <a:srgbClr val="102A43"/>
                </a:solidFill>
              </a:defRPr>
            </a:lvl3pPr>
            <a:lvl4pPr>
              <a:defRPr sz="2325" b="1">
                <a:solidFill>
                  <a:srgbClr val="102A43"/>
                </a:solidFill>
              </a:defRPr>
            </a:lvl4pPr>
            <a:lvl5pPr>
              <a:defRPr sz="2325" b="1">
                <a:solidFill>
                  <a:srgbClr val="102A43"/>
                </a:solidFill>
              </a:defRPr>
            </a:lvl5pPr>
            <a:lvl6pPr>
              <a:defRPr sz="2325" b="1">
                <a:solidFill>
                  <a:srgbClr val="102A43"/>
                </a:solidFill>
              </a:defRPr>
            </a:lvl6pPr>
            <a:lvl7pPr>
              <a:defRPr sz="2325" b="1">
                <a:solidFill>
                  <a:srgbClr val="102A43"/>
                </a:solidFill>
              </a:defRPr>
            </a:lvl7pPr>
            <a:lvl8pPr>
              <a:defRPr sz="2325" b="1">
                <a:solidFill>
                  <a:srgbClr val="102A43"/>
                </a:solidFill>
              </a:defRPr>
            </a:lvl8pPr>
            <a:lvl9pPr>
              <a:defRPr sz="2325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02A43"/>
                </a:solidFill>
              </a:defRPr>
            </a:pPr>
            <a:r>
              <a:rPr sz="2325" b="1">
                <a:solidFill>
                  <a:srgbClr val="102A43"/>
                </a:solidFill>
              </a:rPr>
              <a:t>Setup and Demonstration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E55661-5121-4B7A-835D-2CCB37515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1239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B84"/>
                </a:solidFill>
              </a:defRPr>
            </a:defPPr>
            <a:lvl1pPr>
              <a:defRPr sz="1275" b="0">
                <a:solidFill>
                  <a:srgbClr val="526B84"/>
                </a:solidFill>
              </a:defRPr>
            </a:lvl1pPr>
            <a:lvl2pPr>
              <a:defRPr sz="1275" b="0">
                <a:solidFill>
                  <a:srgbClr val="526B84"/>
                </a:solidFill>
              </a:defRPr>
            </a:lvl2pPr>
            <a:lvl3pPr>
              <a:defRPr sz="1275" b="0">
                <a:solidFill>
                  <a:srgbClr val="526B84"/>
                </a:solidFill>
              </a:defRPr>
            </a:lvl3pPr>
            <a:lvl4pPr>
              <a:defRPr sz="1275" b="0">
                <a:solidFill>
                  <a:srgbClr val="526B84"/>
                </a:solidFill>
              </a:defRPr>
            </a:lvl4pPr>
            <a:lvl5pPr>
              <a:defRPr sz="1275" b="0">
                <a:solidFill>
                  <a:srgbClr val="526B84"/>
                </a:solidFill>
              </a:defRPr>
            </a:lvl5pPr>
            <a:lvl6pPr>
              <a:defRPr sz="1275" b="0">
                <a:solidFill>
                  <a:srgbClr val="526B84"/>
                </a:solidFill>
              </a:defRPr>
            </a:lvl6pPr>
            <a:lvl7pPr>
              <a:defRPr sz="1275" b="0">
                <a:solidFill>
                  <a:srgbClr val="526B84"/>
                </a:solidFill>
              </a:defRPr>
            </a:lvl7pPr>
            <a:lvl8pPr>
              <a:defRPr sz="1275" b="0">
                <a:solidFill>
                  <a:srgbClr val="526B84"/>
                </a:solidFill>
              </a:defRPr>
            </a:lvl8pPr>
            <a:lvl9pPr>
              <a:defRPr sz="1275" b="0">
                <a:solidFill>
                  <a:srgbClr val="526B84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B84"/>
                </a:solidFill>
              </a:defRPr>
            </a:pPr>
            <a:r>
              <a:rPr sz="1275" b="0">
                <a:solidFill>
                  <a:srgbClr val="526B84"/>
                </a:solidFill>
              </a:rPr>
              <a:t>Local execution through XAMPP or WAMP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70D49B-9EBE-481E-A589-6156B5AFF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85900"/>
            <a:ext cx="10706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5B5"/>
          </a:solidFill>
          <a:ln xmlns:a="http://schemas.openxmlformats.org/drawingml/2006/main" w="0">
            <a:solidFill>
              <a:srgbClr val="2F75B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B7405F-6033-4BCB-845F-58E1F3440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7240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5B5"/>
          </a:solidFill>
          <a:ln xmlns:a="http://schemas.openxmlformats.org/drawingml/2006/main" w="0">
            <a:solidFill>
              <a:srgbClr val="2F75B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6E0039-B747-418A-89EA-C93D6AE1C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80022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FFFFFF"/>
                </a:solidFill>
              </a:defRPr>
            </a:defPPr>
            <a:lvl1pPr>
              <a:defRPr sz="1350" b="1">
                <a:solidFill>
                  <a:srgbClr val="FFFFFF"/>
                </a:solidFill>
              </a:defRPr>
            </a:lvl1pPr>
            <a:lvl2pPr>
              <a:defRPr sz="1350" b="1">
                <a:solidFill>
                  <a:srgbClr val="FFFFFF"/>
                </a:solidFill>
              </a:defRPr>
            </a:lvl2pPr>
            <a:lvl3pPr>
              <a:defRPr sz="1350" b="1">
                <a:solidFill>
                  <a:srgbClr val="FFFFFF"/>
                </a:solidFill>
              </a:defRPr>
            </a:lvl3pPr>
            <a:lvl4pPr>
              <a:defRPr sz="1350" b="1">
                <a:solidFill>
                  <a:srgbClr val="FFFFFF"/>
                </a:solidFill>
              </a:defRPr>
            </a:lvl4pPr>
            <a:lvl5pPr>
              <a:defRPr sz="1350" b="1">
                <a:solidFill>
                  <a:srgbClr val="FFFFFF"/>
                </a:solidFill>
              </a:defRPr>
            </a:lvl5pPr>
            <a:lvl6pPr>
              <a:defRPr sz="1350" b="1">
                <a:solidFill>
                  <a:srgbClr val="FFFFFF"/>
                </a:solidFill>
              </a:defRPr>
            </a:lvl6pPr>
            <a:lvl7pPr>
              <a:defRPr sz="1350" b="1">
                <a:solidFill>
                  <a:srgbClr val="FFFFFF"/>
                </a:solidFill>
              </a:defRPr>
            </a:lvl7pPr>
            <a:lvl8pPr>
              <a:defRPr sz="1350" b="1">
                <a:solidFill>
                  <a:srgbClr val="FFFFFF"/>
                </a:solidFill>
              </a:defRPr>
            </a:lvl8pPr>
            <a:lvl9pPr>
              <a:defRPr sz="13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BA18AD-9769-4BBB-8A35-3E49C40F2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762125"/>
            <a:ext cx="790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102A43"/>
                </a:solidFill>
              </a:defRPr>
            </a:defPPr>
            <a:lvl1pPr>
              <a:defRPr sz="1425" b="0">
                <a:solidFill>
                  <a:srgbClr val="102A43"/>
                </a:solidFill>
              </a:defRPr>
            </a:lvl1pPr>
            <a:lvl2pPr>
              <a:defRPr sz="1425" b="0">
                <a:solidFill>
                  <a:srgbClr val="102A43"/>
                </a:solidFill>
              </a:defRPr>
            </a:lvl2pPr>
            <a:lvl3pPr>
              <a:defRPr sz="1425" b="0">
                <a:solidFill>
                  <a:srgbClr val="102A43"/>
                </a:solidFill>
              </a:defRPr>
            </a:lvl3pPr>
            <a:lvl4pPr>
              <a:defRPr sz="1425" b="0">
                <a:solidFill>
                  <a:srgbClr val="102A43"/>
                </a:solidFill>
              </a:defRPr>
            </a:lvl4pPr>
            <a:lvl5pPr>
              <a:defRPr sz="1425" b="0">
                <a:solidFill>
                  <a:srgbClr val="102A43"/>
                </a:solidFill>
              </a:defRPr>
            </a:lvl5pPr>
            <a:lvl6pPr>
              <a:defRPr sz="1425" b="0">
                <a:solidFill>
                  <a:srgbClr val="102A43"/>
                </a:solidFill>
              </a:defRPr>
            </a:lvl6pPr>
            <a:lvl7pPr>
              <a:defRPr sz="1425" b="0">
                <a:solidFill>
                  <a:srgbClr val="102A43"/>
                </a:solidFill>
              </a:defRPr>
            </a:lvl7pPr>
            <a:lvl8pPr>
              <a:defRPr sz="1425" b="0">
                <a:solidFill>
                  <a:srgbClr val="102A43"/>
                </a:solidFill>
              </a:defRPr>
            </a:lvl8pPr>
            <a:lvl9pPr>
              <a:defRPr sz="1425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102A43"/>
                </a:solidFill>
              </a:defRPr>
            </a:pPr>
            <a:r>
              <a:rPr sz="1425" b="0">
                <a:solidFill>
                  <a:srgbClr val="102A43"/>
                </a:solidFill>
              </a:rPr>
              <a:t>Copy the Project folder into htdocs or www.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4A76C8-1749-4B96-8CB1-83B889950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46697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5B5"/>
          </a:solidFill>
          <a:ln xmlns:a="http://schemas.openxmlformats.org/drawingml/2006/main" w="0">
            <a:solidFill>
              <a:srgbClr val="2F75B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BF28EA-C2E5-43F1-BE3F-B5ABBA4C5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54317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FFFFFF"/>
                </a:solidFill>
              </a:defRPr>
            </a:defPPr>
            <a:lvl1pPr>
              <a:defRPr sz="1350" b="1">
                <a:solidFill>
                  <a:srgbClr val="FFFFFF"/>
                </a:solidFill>
              </a:defRPr>
            </a:lvl1pPr>
            <a:lvl2pPr>
              <a:defRPr sz="1350" b="1">
                <a:solidFill>
                  <a:srgbClr val="FFFFFF"/>
                </a:solidFill>
              </a:defRPr>
            </a:lvl2pPr>
            <a:lvl3pPr>
              <a:defRPr sz="1350" b="1">
                <a:solidFill>
                  <a:srgbClr val="FFFFFF"/>
                </a:solidFill>
              </a:defRPr>
            </a:lvl3pPr>
            <a:lvl4pPr>
              <a:defRPr sz="1350" b="1">
                <a:solidFill>
                  <a:srgbClr val="FFFFFF"/>
                </a:solidFill>
              </a:defRPr>
            </a:lvl4pPr>
            <a:lvl5pPr>
              <a:defRPr sz="1350" b="1">
                <a:solidFill>
                  <a:srgbClr val="FFFFFF"/>
                </a:solidFill>
              </a:defRPr>
            </a:lvl5pPr>
            <a:lvl6pPr>
              <a:defRPr sz="1350" b="1">
                <a:solidFill>
                  <a:srgbClr val="FFFFFF"/>
                </a:solidFill>
              </a:defRPr>
            </a:lvl6pPr>
            <a:lvl7pPr>
              <a:defRPr sz="1350" b="1">
                <a:solidFill>
                  <a:srgbClr val="FFFFFF"/>
                </a:solidFill>
              </a:defRPr>
            </a:lvl7pPr>
            <a:lvl8pPr>
              <a:defRPr sz="1350" b="1">
                <a:solidFill>
                  <a:srgbClr val="FFFFFF"/>
                </a:solidFill>
              </a:defRPr>
            </a:lvl8pPr>
            <a:lvl9pPr>
              <a:defRPr sz="13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B0C632-AE0F-4C18-B969-D48333C4F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505075"/>
            <a:ext cx="790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102A43"/>
                </a:solidFill>
              </a:defRPr>
            </a:defPPr>
            <a:lvl1pPr>
              <a:defRPr sz="1425" b="0">
                <a:solidFill>
                  <a:srgbClr val="102A43"/>
                </a:solidFill>
              </a:defRPr>
            </a:lvl1pPr>
            <a:lvl2pPr>
              <a:defRPr sz="1425" b="0">
                <a:solidFill>
                  <a:srgbClr val="102A43"/>
                </a:solidFill>
              </a:defRPr>
            </a:lvl2pPr>
            <a:lvl3pPr>
              <a:defRPr sz="1425" b="0">
                <a:solidFill>
                  <a:srgbClr val="102A43"/>
                </a:solidFill>
              </a:defRPr>
            </a:lvl3pPr>
            <a:lvl4pPr>
              <a:defRPr sz="1425" b="0">
                <a:solidFill>
                  <a:srgbClr val="102A43"/>
                </a:solidFill>
              </a:defRPr>
            </a:lvl4pPr>
            <a:lvl5pPr>
              <a:defRPr sz="1425" b="0">
                <a:solidFill>
                  <a:srgbClr val="102A43"/>
                </a:solidFill>
              </a:defRPr>
            </a:lvl5pPr>
            <a:lvl6pPr>
              <a:defRPr sz="1425" b="0">
                <a:solidFill>
                  <a:srgbClr val="102A43"/>
                </a:solidFill>
              </a:defRPr>
            </a:lvl6pPr>
            <a:lvl7pPr>
              <a:defRPr sz="1425" b="0">
                <a:solidFill>
                  <a:srgbClr val="102A43"/>
                </a:solidFill>
              </a:defRPr>
            </a:lvl7pPr>
            <a:lvl8pPr>
              <a:defRPr sz="1425" b="0">
                <a:solidFill>
                  <a:srgbClr val="102A43"/>
                </a:solidFill>
              </a:defRPr>
            </a:lvl8pPr>
            <a:lvl9pPr>
              <a:defRPr sz="1425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102A43"/>
                </a:solidFill>
              </a:defRPr>
            </a:pPr>
            <a:r>
              <a:rPr sz="1425" b="0">
                <a:solidFill>
                  <a:srgbClr val="102A43"/>
                </a:solidFill>
              </a:rPr>
              <a:t>Start Apache and MySQL.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B02A18-6B42-42E8-8753-92954F2B7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099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5B5"/>
          </a:solidFill>
          <a:ln xmlns:a="http://schemas.openxmlformats.org/drawingml/2006/main" w="0">
            <a:solidFill>
              <a:srgbClr val="2F75B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EEDFDB-E60C-4264-A464-3F217EF7D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8612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FFFFFF"/>
                </a:solidFill>
              </a:defRPr>
            </a:defPPr>
            <a:lvl1pPr>
              <a:defRPr sz="1350" b="1">
                <a:solidFill>
                  <a:srgbClr val="FFFFFF"/>
                </a:solidFill>
              </a:defRPr>
            </a:lvl1pPr>
            <a:lvl2pPr>
              <a:defRPr sz="1350" b="1">
                <a:solidFill>
                  <a:srgbClr val="FFFFFF"/>
                </a:solidFill>
              </a:defRPr>
            </a:lvl2pPr>
            <a:lvl3pPr>
              <a:defRPr sz="1350" b="1">
                <a:solidFill>
                  <a:srgbClr val="FFFFFF"/>
                </a:solidFill>
              </a:defRPr>
            </a:lvl3pPr>
            <a:lvl4pPr>
              <a:defRPr sz="1350" b="1">
                <a:solidFill>
                  <a:srgbClr val="FFFFFF"/>
                </a:solidFill>
              </a:defRPr>
            </a:lvl4pPr>
            <a:lvl5pPr>
              <a:defRPr sz="1350" b="1">
                <a:solidFill>
                  <a:srgbClr val="FFFFFF"/>
                </a:solidFill>
              </a:defRPr>
            </a:lvl5pPr>
            <a:lvl6pPr>
              <a:defRPr sz="1350" b="1">
                <a:solidFill>
                  <a:srgbClr val="FFFFFF"/>
                </a:solidFill>
              </a:defRPr>
            </a:lvl6pPr>
            <a:lvl7pPr>
              <a:defRPr sz="1350" b="1">
                <a:solidFill>
                  <a:srgbClr val="FFFFFF"/>
                </a:solidFill>
              </a:defRPr>
            </a:lvl7pPr>
            <a:lvl8pPr>
              <a:defRPr sz="1350" b="1">
                <a:solidFill>
                  <a:srgbClr val="FFFFFF"/>
                </a:solidFill>
              </a:defRPr>
            </a:lvl8pPr>
            <a:lvl9pPr>
              <a:defRPr sz="13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DDB1EF-F955-479F-B56F-DA1AC4B63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248025"/>
            <a:ext cx="790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102A43"/>
                </a:solidFill>
              </a:defRPr>
            </a:defPPr>
            <a:lvl1pPr>
              <a:defRPr sz="1425" b="0">
                <a:solidFill>
                  <a:srgbClr val="102A43"/>
                </a:solidFill>
              </a:defRPr>
            </a:lvl1pPr>
            <a:lvl2pPr>
              <a:defRPr sz="1425" b="0">
                <a:solidFill>
                  <a:srgbClr val="102A43"/>
                </a:solidFill>
              </a:defRPr>
            </a:lvl2pPr>
            <a:lvl3pPr>
              <a:defRPr sz="1425" b="0">
                <a:solidFill>
                  <a:srgbClr val="102A43"/>
                </a:solidFill>
              </a:defRPr>
            </a:lvl3pPr>
            <a:lvl4pPr>
              <a:defRPr sz="1425" b="0">
                <a:solidFill>
                  <a:srgbClr val="102A43"/>
                </a:solidFill>
              </a:defRPr>
            </a:lvl4pPr>
            <a:lvl5pPr>
              <a:defRPr sz="1425" b="0">
                <a:solidFill>
                  <a:srgbClr val="102A43"/>
                </a:solidFill>
              </a:defRPr>
            </a:lvl5pPr>
            <a:lvl6pPr>
              <a:defRPr sz="1425" b="0">
                <a:solidFill>
                  <a:srgbClr val="102A43"/>
                </a:solidFill>
              </a:defRPr>
            </a:lvl6pPr>
            <a:lvl7pPr>
              <a:defRPr sz="1425" b="0">
                <a:solidFill>
                  <a:srgbClr val="102A43"/>
                </a:solidFill>
              </a:defRPr>
            </a:lvl7pPr>
            <a:lvl8pPr>
              <a:defRPr sz="1425" b="0">
                <a:solidFill>
                  <a:srgbClr val="102A43"/>
                </a:solidFill>
              </a:defRPr>
            </a:lvl8pPr>
            <a:lvl9pPr>
              <a:defRPr sz="1425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102A43"/>
                </a:solidFill>
              </a:defRPr>
            </a:pPr>
            <a:r>
              <a:rPr sz="1425" b="0">
                <a:solidFill>
                  <a:srgbClr val="102A43"/>
                </a:solidFill>
              </a:rPr>
              <a:t>Run create_database.sql, create_tables.sql and insert_data.sql in order.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E276EE-ECAC-4628-9DB6-7689D906D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95287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5B5"/>
          </a:solidFill>
          <a:ln xmlns:a="http://schemas.openxmlformats.org/drawingml/2006/main" w="0">
            <a:solidFill>
              <a:srgbClr val="2F75B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92F7B2-5CBE-4F19-B608-B4E8F971F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02907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FFFFFF"/>
                </a:solidFill>
              </a:defRPr>
            </a:defPPr>
            <a:lvl1pPr>
              <a:defRPr sz="1350" b="1">
                <a:solidFill>
                  <a:srgbClr val="FFFFFF"/>
                </a:solidFill>
              </a:defRPr>
            </a:lvl1pPr>
            <a:lvl2pPr>
              <a:defRPr sz="1350" b="1">
                <a:solidFill>
                  <a:srgbClr val="FFFFFF"/>
                </a:solidFill>
              </a:defRPr>
            </a:lvl2pPr>
            <a:lvl3pPr>
              <a:defRPr sz="1350" b="1">
                <a:solidFill>
                  <a:srgbClr val="FFFFFF"/>
                </a:solidFill>
              </a:defRPr>
            </a:lvl3pPr>
            <a:lvl4pPr>
              <a:defRPr sz="1350" b="1">
                <a:solidFill>
                  <a:srgbClr val="FFFFFF"/>
                </a:solidFill>
              </a:defRPr>
            </a:lvl4pPr>
            <a:lvl5pPr>
              <a:defRPr sz="1350" b="1">
                <a:solidFill>
                  <a:srgbClr val="FFFFFF"/>
                </a:solidFill>
              </a:defRPr>
            </a:lvl5pPr>
            <a:lvl6pPr>
              <a:defRPr sz="1350" b="1">
                <a:solidFill>
                  <a:srgbClr val="FFFFFF"/>
                </a:solidFill>
              </a:defRPr>
            </a:lvl6pPr>
            <a:lvl7pPr>
              <a:defRPr sz="1350" b="1">
                <a:solidFill>
                  <a:srgbClr val="FFFFFF"/>
                </a:solidFill>
              </a:defRPr>
            </a:lvl7pPr>
            <a:lvl8pPr>
              <a:defRPr sz="1350" b="1">
                <a:solidFill>
                  <a:srgbClr val="FFFFFF"/>
                </a:solidFill>
              </a:defRPr>
            </a:lvl8pPr>
            <a:lvl9pPr>
              <a:defRPr sz="13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0DF2AC-1E23-4665-A868-6DCB02749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990975"/>
            <a:ext cx="790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102A43"/>
                </a:solidFill>
              </a:defRPr>
            </a:defPPr>
            <a:lvl1pPr>
              <a:defRPr sz="1425" b="0">
                <a:solidFill>
                  <a:srgbClr val="102A43"/>
                </a:solidFill>
              </a:defRPr>
            </a:lvl1pPr>
            <a:lvl2pPr>
              <a:defRPr sz="1425" b="0">
                <a:solidFill>
                  <a:srgbClr val="102A43"/>
                </a:solidFill>
              </a:defRPr>
            </a:lvl2pPr>
            <a:lvl3pPr>
              <a:defRPr sz="1425" b="0">
                <a:solidFill>
                  <a:srgbClr val="102A43"/>
                </a:solidFill>
              </a:defRPr>
            </a:lvl3pPr>
            <a:lvl4pPr>
              <a:defRPr sz="1425" b="0">
                <a:solidFill>
                  <a:srgbClr val="102A43"/>
                </a:solidFill>
              </a:defRPr>
            </a:lvl4pPr>
            <a:lvl5pPr>
              <a:defRPr sz="1425" b="0">
                <a:solidFill>
                  <a:srgbClr val="102A43"/>
                </a:solidFill>
              </a:defRPr>
            </a:lvl5pPr>
            <a:lvl6pPr>
              <a:defRPr sz="1425" b="0">
                <a:solidFill>
                  <a:srgbClr val="102A43"/>
                </a:solidFill>
              </a:defRPr>
            </a:lvl6pPr>
            <a:lvl7pPr>
              <a:defRPr sz="1425" b="0">
                <a:solidFill>
                  <a:srgbClr val="102A43"/>
                </a:solidFill>
              </a:defRPr>
            </a:lvl7pPr>
            <a:lvl8pPr>
              <a:defRPr sz="1425" b="0">
                <a:solidFill>
                  <a:srgbClr val="102A43"/>
                </a:solidFill>
              </a:defRPr>
            </a:lvl8pPr>
            <a:lvl9pPr>
              <a:defRPr sz="1425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102A43"/>
                </a:solidFill>
              </a:defRPr>
            </a:pPr>
            <a:r>
              <a:rPr sz="1425" b="0">
                <a:solidFill>
                  <a:srgbClr val="102A43"/>
                </a:solidFill>
              </a:rPr>
              <a:t>Check the database values in src/config/db.php.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F35A66-7449-48B1-AEF2-301C7F01F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6958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5B5"/>
          </a:solidFill>
          <a:ln xmlns:a="http://schemas.openxmlformats.org/drawingml/2006/main" w="0">
            <a:solidFill>
              <a:srgbClr val="2F75B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94419C-4A3B-460A-87F7-0E2C6CB6B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77202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FFFFFF"/>
                </a:solidFill>
              </a:defRPr>
            </a:defPPr>
            <a:lvl1pPr>
              <a:defRPr sz="1350" b="1">
                <a:solidFill>
                  <a:srgbClr val="FFFFFF"/>
                </a:solidFill>
              </a:defRPr>
            </a:lvl1pPr>
            <a:lvl2pPr>
              <a:defRPr sz="1350" b="1">
                <a:solidFill>
                  <a:srgbClr val="FFFFFF"/>
                </a:solidFill>
              </a:defRPr>
            </a:lvl2pPr>
            <a:lvl3pPr>
              <a:defRPr sz="1350" b="1">
                <a:solidFill>
                  <a:srgbClr val="FFFFFF"/>
                </a:solidFill>
              </a:defRPr>
            </a:lvl3pPr>
            <a:lvl4pPr>
              <a:defRPr sz="1350" b="1">
                <a:solidFill>
                  <a:srgbClr val="FFFFFF"/>
                </a:solidFill>
              </a:defRPr>
            </a:lvl4pPr>
            <a:lvl5pPr>
              <a:defRPr sz="1350" b="1">
                <a:solidFill>
                  <a:srgbClr val="FFFFFF"/>
                </a:solidFill>
              </a:defRPr>
            </a:lvl5pPr>
            <a:lvl6pPr>
              <a:defRPr sz="1350" b="1">
                <a:solidFill>
                  <a:srgbClr val="FFFFFF"/>
                </a:solidFill>
              </a:defRPr>
            </a:lvl6pPr>
            <a:lvl7pPr>
              <a:defRPr sz="1350" b="1">
                <a:solidFill>
                  <a:srgbClr val="FFFFFF"/>
                </a:solidFill>
              </a:defRPr>
            </a:lvl7pPr>
            <a:lvl8pPr>
              <a:defRPr sz="1350" b="1">
                <a:solidFill>
                  <a:srgbClr val="FFFFFF"/>
                </a:solidFill>
              </a:defRPr>
            </a:lvl8pPr>
            <a:lvl9pPr>
              <a:defRPr sz="13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22B68E-4D8E-4614-9E22-CFA1FC6EE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733925"/>
            <a:ext cx="790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102A43"/>
                </a:solidFill>
              </a:defRPr>
            </a:defPPr>
            <a:lvl1pPr>
              <a:defRPr sz="1425" b="0">
                <a:solidFill>
                  <a:srgbClr val="102A43"/>
                </a:solidFill>
              </a:defRPr>
            </a:lvl1pPr>
            <a:lvl2pPr>
              <a:defRPr sz="1425" b="0">
                <a:solidFill>
                  <a:srgbClr val="102A43"/>
                </a:solidFill>
              </a:defRPr>
            </a:lvl2pPr>
            <a:lvl3pPr>
              <a:defRPr sz="1425" b="0">
                <a:solidFill>
                  <a:srgbClr val="102A43"/>
                </a:solidFill>
              </a:defRPr>
            </a:lvl3pPr>
            <a:lvl4pPr>
              <a:defRPr sz="1425" b="0">
                <a:solidFill>
                  <a:srgbClr val="102A43"/>
                </a:solidFill>
              </a:defRPr>
            </a:lvl4pPr>
            <a:lvl5pPr>
              <a:defRPr sz="1425" b="0">
                <a:solidFill>
                  <a:srgbClr val="102A43"/>
                </a:solidFill>
              </a:defRPr>
            </a:lvl5pPr>
            <a:lvl6pPr>
              <a:defRPr sz="1425" b="0">
                <a:solidFill>
                  <a:srgbClr val="102A43"/>
                </a:solidFill>
              </a:defRPr>
            </a:lvl6pPr>
            <a:lvl7pPr>
              <a:defRPr sz="1425" b="0">
                <a:solidFill>
                  <a:srgbClr val="102A43"/>
                </a:solidFill>
              </a:defRPr>
            </a:lvl7pPr>
            <a:lvl8pPr>
              <a:defRPr sz="1425" b="0">
                <a:solidFill>
                  <a:srgbClr val="102A43"/>
                </a:solidFill>
              </a:defRPr>
            </a:lvl8pPr>
            <a:lvl9pPr>
              <a:defRPr sz="1425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102A43"/>
                </a:solidFill>
              </a:defRPr>
            </a:pPr>
            <a:r>
              <a:rPr sz="1425" b="0">
                <a:solidFill>
                  <a:srgbClr val="102A43"/>
                </a:solidFill>
              </a:rPr>
              <a:t>Open the project through localhost and sign in with a sample account.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B3001D-8E05-49A0-BE0A-8B68BE505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579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>
                <a:solidFill>
                  <a:srgbClr val="526B84"/>
                </a:solidFill>
              </a:defRPr>
            </a:defPPr>
            <a:lvl1pPr>
              <a:defRPr sz="750" b="0">
                <a:solidFill>
                  <a:srgbClr val="526B84"/>
                </a:solidFill>
              </a:defRPr>
            </a:lvl1pPr>
            <a:lvl2pPr>
              <a:defRPr sz="750" b="0">
                <a:solidFill>
                  <a:srgbClr val="526B84"/>
                </a:solidFill>
              </a:defRPr>
            </a:lvl2pPr>
            <a:lvl3pPr>
              <a:defRPr sz="750" b="0">
                <a:solidFill>
                  <a:srgbClr val="526B84"/>
                </a:solidFill>
              </a:defRPr>
            </a:lvl3pPr>
            <a:lvl4pPr>
              <a:defRPr sz="750" b="0">
                <a:solidFill>
                  <a:srgbClr val="526B84"/>
                </a:solidFill>
              </a:defRPr>
            </a:lvl4pPr>
            <a:lvl5pPr>
              <a:defRPr sz="750" b="0">
                <a:solidFill>
                  <a:srgbClr val="526B84"/>
                </a:solidFill>
              </a:defRPr>
            </a:lvl5pPr>
            <a:lvl6pPr>
              <a:defRPr sz="750" b="0">
                <a:solidFill>
                  <a:srgbClr val="526B84"/>
                </a:solidFill>
              </a:defRPr>
            </a:lvl6pPr>
            <a:lvl7pPr>
              <a:defRPr sz="750" b="0">
                <a:solidFill>
                  <a:srgbClr val="526B84"/>
                </a:solidFill>
              </a:defRPr>
            </a:lvl7pPr>
            <a:lvl8pPr>
              <a:defRPr sz="750" b="0">
                <a:solidFill>
                  <a:srgbClr val="526B84"/>
                </a:solidFill>
              </a:defRPr>
            </a:lvl8pPr>
            <a:lvl9pPr>
              <a:defRPr sz="750" b="0">
                <a:solidFill>
                  <a:srgbClr val="526B84"/>
                </a:solidFill>
              </a:defRPr>
            </a:lvl9pPr>
          </a:lstStyle>
          <a:p xmlns:a="http://schemas.openxmlformats.org/drawingml/2006/main">
            <a:pPr>
              <a:defRPr sz="750" b="0">
                <a:solidFill>
                  <a:srgbClr val="526B84"/>
                </a:solidFill>
              </a:defRPr>
            </a:pPr>
            <a:r>
              <a:rPr sz="750" b="0">
                <a:solidFill>
                  <a:srgbClr val="526B84"/>
                </a:solidFill>
              </a:rPr>
              <a:t>Smart Attendance Management System   |   7</a:t>
            </a:r>
          </a:p>
        </p:txBody>
      </p:sp>
    </p:spTree>
    <p:extLst>
      <p:ext uri="{BB962C8B-B14F-4D97-AF65-F5344CB8AC3E}">
        <p14:creationId xmlns:p14="http://schemas.microsoft.com/office/powerpoint/2010/main" val="87652324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7365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F69E65-B61E-44FF-89E5-026EC3655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90600"/>
            <a:ext cx="666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925" b="1">
                <a:solidFill>
                  <a:srgbClr val="FFFFFF"/>
                </a:solidFill>
              </a:defRPr>
            </a:defPPr>
            <a:lvl1pPr>
              <a:defRPr sz="2925" b="1">
                <a:solidFill>
                  <a:srgbClr val="FFFFFF"/>
                </a:solidFill>
              </a:defRPr>
            </a:lvl1pPr>
            <a:lvl2pPr>
              <a:defRPr sz="2925" b="1">
                <a:solidFill>
                  <a:srgbClr val="FFFFFF"/>
                </a:solidFill>
              </a:defRPr>
            </a:lvl2pPr>
            <a:lvl3pPr>
              <a:defRPr sz="2925" b="1">
                <a:solidFill>
                  <a:srgbClr val="FFFFFF"/>
                </a:solidFill>
              </a:defRPr>
            </a:lvl3pPr>
            <a:lvl4pPr>
              <a:defRPr sz="2925" b="1">
                <a:solidFill>
                  <a:srgbClr val="FFFFFF"/>
                </a:solidFill>
              </a:defRPr>
            </a:lvl4pPr>
            <a:lvl5pPr>
              <a:defRPr sz="2925" b="1">
                <a:solidFill>
                  <a:srgbClr val="FFFFFF"/>
                </a:solidFill>
              </a:defRPr>
            </a:lvl5pPr>
            <a:lvl6pPr>
              <a:defRPr sz="2925" b="1">
                <a:solidFill>
                  <a:srgbClr val="FFFFFF"/>
                </a:solidFill>
              </a:defRPr>
            </a:lvl6pPr>
            <a:lvl7pPr>
              <a:defRPr sz="2925" b="1">
                <a:solidFill>
                  <a:srgbClr val="FFFFFF"/>
                </a:solidFill>
              </a:defRPr>
            </a:lvl7pPr>
            <a:lvl8pPr>
              <a:defRPr sz="2925" b="1">
                <a:solidFill>
                  <a:srgbClr val="FFFFFF"/>
                </a:solidFill>
              </a:defRPr>
            </a:lvl8pPr>
            <a:lvl9pPr>
              <a:defRPr sz="29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FFFFFF"/>
                </a:solidFill>
              </a:defRPr>
            </a:pPr>
            <a:r>
              <a:rPr sz="2925" b="1">
                <a:solidFill>
                  <a:srgbClr val="FFFFFF"/>
                </a:solidFill>
              </a:rPr>
              <a:t>Project Deliverables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54CC4A-F2A5-4E89-9383-E3B6B872F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76400"/>
            <a:ext cx="571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C9DDF0"/>
                </a:solidFill>
              </a:defRPr>
            </a:defPPr>
            <a:lvl1pPr>
              <a:defRPr sz="1500" b="0">
                <a:solidFill>
                  <a:srgbClr val="C9DDF0"/>
                </a:solidFill>
              </a:defRPr>
            </a:lvl1pPr>
            <a:lvl2pPr>
              <a:defRPr sz="1500" b="0">
                <a:solidFill>
                  <a:srgbClr val="C9DDF0"/>
                </a:solidFill>
              </a:defRPr>
            </a:lvl2pPr>
            <a:lvl3pPr>
              <a:defRPr sz="1500" b="0">
                <a:solidFill>
                  <a:srgbClr val="C9DDF0"/>
                </a:solidFill>
              </a:defRPr>
            </a:lvl3pPr>
            <a:lvl4pPr>
              <a:defRPr sz="1500" b="0">
                <a:solidFill>
                  <a:srgbClr val="C9DDF0"/>
                </a:solidFill>
              </a:defRPr>
            </a:lvl4pPr>
            <a:lvl5pPr>
              <a:defRPr sz="1500" b="0">
                <a:solidFill>
                  <a:srgbClr val="C9DDF0"/>
                </a:solidFill>
              </a:defRPr>
            </a:lvl5pPr>
            <a:lvl6pPr>
              <a:defRPr sz="1500" b="0">
                <a:solidFill>
                  <a:srgbClr val="C9DDF0"/>
                </a:solidFill>
              </a:defRPr>
            </a:lvl6pPr>
            <a:lvl7pPr>
              <a:defRPr sz="1500" b="0">
                <a:solidFill>
                  <a:srgbClr val="C9DDF0"/>
                </a:solidFill>
              </a:defRPr>
            </a:lvl7pPr>
            <a:lvl8pPr>
              <a:defRPr sz="1500" b="0">
                <a:solidFill>
                  <a:srgbClr val="C9DDF0"/>
                </a:solidFill>
              </a:defRPr>
            </a:lvl8pPr>
            <a:lvl9pPr>
              <a:defRPr sz="1500" b="0">
                <a:solidFill>
                  <a:srgbClr val="C9DDF0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C9DDF0"/>
                </a:solidFill>
              </a:defRPr>
            </a:pPr>
            <a:r>
              <a:rPr sz="1500" b="0">
                <a:solidFill>
                  <a:srgbClr val="C9DDF0"/>
                </a:solidFill>
              </a:rPr>
              <a:t>Complete submission package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C74273-63F6-4404-9E83-410EA11B7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76500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FFFFFF"/>
                </a:solidFill>
              </a:defRPr>
            </a:defPPr>
            <a:lvl1pPr>
              <a:defRPr sz="1650" b="0">
                <a:solidFill>
                  <a:srgbClr val="FFFFFF"/>
                </a:solidFill>
              </a:defRPr>
            </a:lvl1pPr>
            <a:lvl2pPr>
              <a:defRPr sz="1650" b="0">
                <a:solidFill>
                  <a:srgbClr val="FFFFFF"/>
                </a:solidFill>
              </a:defRPr>
            </a:lvl2pPr>
            <a:lvl3pPr>
              <a:defRPr sz="1650" b="0">
                <a:solidFill>
                  <a:srgbClr val="FFFFFF"/>
                </a:solidFill>
              </a:defRPr>
            </a:lvl3pPr>
            <a:lvl4pPr>
              <a:defRPr sz="1650" b="0">
                <a:solidFill>
                  <a:srgbClr val="FFFFFF"/>
                </a:solidFill>
              </a:defRPr>
            </a:lvl4pPr>
            <a:lvl5pPr>
              <a:defRPr sz="1650" b="0">
                <a:solidFill>
                  <a:srgbClr val="FFFFFF"/>
                </a:solidFill>
              </a:defRPr>
            </a:lvl5pPr>
            <a:lvl6pPr>
              <a:defRPr sz="1650" b="0">
                <a:solidFill>
                  <a:srgbClr val="FFFFFF"/>
                </a:solidFill>
              </a:defRPr>
            </a:lvl6pPr>
            <a:lvl7pPr>
              <a:defRPr sz="1650" b="0">
                <a:solidFill>
                  <a:srgbClr val="FFFFFF"/>
                </a:solidFill>
              </a:defRPr>
            </a:lvl7pPr>
            <a:lvl8pPr>
              <a:defRPr sz="1650" b="0">
                <a:solidFill>
                  <a:srgbClr val="FFFFFF"/>
                </a:solidFill>
              </a:defRPr>
            </a:lvl8pPr>
            <a:lvl9pPr>
              <a:defRPr sz="1650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01   PHP source code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4520BE-296E-419C-9F20-3592A87DB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28950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FFFFFF"/>
                </a:solidFill>
              </a:defRPr>
            </a:defPPr>
            <a:lvl1pPr>
              <a:defRPr sz="1650" b="0">
                <a:solidFill>
                  <a:srgbClr val="FFFFFF"/>
                </a:solidFill>
              </a:defRPr>
            </a:lvl1pPr>
            <a:lvl2pPr>
              <a:defRPr sz="1650" b="0">
                <a:solidFill>
                  <a:srgbClr val="FFFFFF"/>
                </a:solidFill>
              </a:defRPr>
            </a:lvl2pPr>
            <a:lvl3pPr>
              <a:defRPr sz="1650" b="0">
                <a:solidFill>
                  <a:srgbClr val="FFFFFF"/>
                </a:solidFill>
              </a:defRPr>
            </a:lvl3pPr>
            <a:lvl4pPr>
              <a:defRPr sz="1650" b="0">
                <a:solidFill>
                  <a:srgbClr val="FFFFFF"/>
                </a:solidFill>
              </a:defRPr>
            </a:lvl4pPr>
            <a:lvl5pPr>
              <a:defRPr sz="1650" b="0">
                <a:solidFill>
                  <a:srgbClr val="FFFFFF"/>
                </a:solidFill>
              </a:defRPr>
            </a:lvl5pPr>
            <a:lvl6pPr>
              <a:defRPr sz="1650" b="0">
                <a:solidFill>
                  <a:srgbClr val="FFFFFF"/>
                </a:solidFill>
              </a:defRPr>
            </a:lvl6pPr>
            <a:lvl7pPr>
              <a:defRPr sz="1650" b="0">
                <a:solidFill>
                  <a:srgbClr val="FFFFFF"/>
                </a:solidFill>
              </a:defRPr>
            </a:lvl7pPr>
            <a:lvl8pPr>
              <a:defRPr sz="1650" b="0">
                <a:solidFill>
                  <a:srgbClr val="FFFFFF"/>
                </a:solidFill>
              </a:defRPr>
            </a:lvl8pPr>
            <a:lvl9pPr>
              <a:defRPr sz="1650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02   Separated SQL scripts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54CBE5-BDB5-44C6-AB02-043E730E4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81400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FFFFFF"/>
                </a:solidFill>
              </a:defRPr>
            </a:defPPr>
            <a:lvl1pPr>
              <a:defRPr sz="1650" b="0">
                <a:solidFill>
                  <a:srgbClr val="FFFFFF"/>
                </a:solidFill>
              </a:defRPr>
            </a:lvl1pPr>
            <a:lvl2pPr>
              <a:defRPr sz="1650" b="0">
                <a:solidFill>
                  <a:srgbClr val="FFFFFF"/>
                </a:solidFill>
              </a:defRPr>
            </a:lvl2pPr>
            <a:lvl3pPr>
              <a:defRPr sz="1650" b="0">
                <a:solidFill>
                  <a:srgbClr val="FFFFFF"/>
                </a:solidFill>
              </a:defRPr>
            </a:lvl3pPr>
            <a:lvl4pPr>
              <a:defRPr sz="1650" b="0">
                <a:solidFill>
                  <a:srgbClr val="FFFFFF"/>
                </a:solidFill>
              </a:defRPr>
            </a:lvl4pPr>
            <a:lvl5pPr>
              <a:defRPr sz="1650" b="0">
                <a:solidFill>
                  <a:srgbClr val="FFFFFF"/>
                </a:solidFill>
              </a:defRPr>
            </a:lvl5pPr>
            <a:lvl6pPr>
              <a:defRPr sz="1650" b="0">
                <a:solidFill>
                  <a:srgbClr val="FFFFFF"/>
                </a:solidFill>
              </a:defRPr>
            </a:lvl6pPr>
            <a:lvl7pPr>
              <a:defRPr sz="1650" b="0">
                <a:solidFill>
                  <a:srgbClr val="FFFFFF"/>
                </a:solidFill>
              </a:defRPr>
            </a:lvl7pPr>
            <a:lvl8pPr>
              <a:defRPr sz="1650" b="0">
                <a:solidFill>
                  <a:srgbClr val="FFFFFF"/>
                </a:solidFill>
              </a:defRPr>
            </a:lvl8pPr>
            <a:lvl9pPr>
              <a:defRPr sz="1650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03   Requirements specification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DF675B-2725-4185-B4FA-70AF1F3F8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33850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FFFFFF"/>
                </a:solidFill>
              </a:defRPr>
            </a:defPPr>
            <a:lvl1pPr>
              <a:defRPr sz="1650" b="0">
                <a:solidFill>
                  <a:srgbClr val="FFFFFF"/>
                </a:solidFill>
              </a:defRPr>
            </a:lvl1pPr>
            <a:lvl2pPr>
              <a:defRPr sz="1650" b="0">
                <a:solidFill>
                  <a:srgbClr val="FFFFFF"/>
                </a:solidFill>
              </a:defRPr>
            </a:lvl2pPr>
            <a:lvl3pPr>
              <a:defRPr sz="1650" b="0">
                <a:solidFill>
                  <a:srgbClr val="FFFFFF"/>
                </a:solidFill>
              </a:defRPr>
            </a:lvl3pPr>
            <a:lvl4pPr>
              <a:defRPr sz="1650" b="0">
                <a:solidFill>
                  <a:srgbClr val="FFFFFF"/>
                </a:solidFill>
              </a:defRPr>
            </a:lvl4pPr>
            <a:lvl5pPr>
              <a:defRPr sz="1650" b="0">
                <a:solidFill>
                  <a:srgbClr val="FFFFFF"/>
                </a:solidFill>
              </a:defRPr>
            </a:lvl5pPr>
            <a:lvl6pPr>
              <a:defRPr sz="1650" b="0">
                <a:solidFill>
                  <a:srgbClr val="FFFFFF"/>
                </a:solidFill>
              </a:defRPr>
            </a:lvl6pPr>
            <a:lvl7pPr>
              <a:defRPr sz="1650" b="0">
                <a:solidFill>
                  <a:srgbClr val="FFFFFF"/>
                </a:solidFill>
              </a:defRPr>
            </a:lvl7pPr>
            <a:lvl8pPr>
              <a:defRPr sz="1650" b="0">
                <a:solidFill>
                  <a:srgbClr val="FFFFFF"/>
                </a:solidFill>
              </a:defRPr>
            </a:lvl8pPr>
            <a:lvl9pPr>
              <a:defRPr sz="1650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04   Project report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96FDFF-A574-4188-8D29-F817A4245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86300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FFFFFF"/>
                </a:solidFill>
              </a:defRPr>
            </a:defPPr>
            <a:lvl1pPr>
              <a:defRPr sz="1650" b="0">
                <a:solidFill>
                  <a:srgbClr val="FFFFFF"/>
                </a:solidFill>
              </a:defRPr>
            </a:lvl1pPr>
            <a:lvl2pPr>
              <a:defRPr sz="1650" b="0">
                <a:solidFill>
                  <a:srgbClr val="FFFFFF"/>
                </a:solidFill>
              </a:defRPr>
            </a:lvl2pPr>
            <a:lvl3pPr>
              <a:defRPr sz="1650" b="0">
                <a:solidFill>
                  <a:srgbClr val="FFFFFF"/>
                </a:solidFill>
              </a:defRPr>
            </a:lvl3pPr>
            <a:lvl4pPr>
              <a:defRPr sz="1650" b="0">
                <a:solidFill>
                  <a:srgbClr val="FFFFFF"/>
                </a:solidFill>
              </a:defRPr>
            </a:lvl4pPr>
            <a:lvl5pPr>
              <a:defRPr sz="1650" b="0">
                <a:solidFill>
                  <a:srgbClr val="FFFFFF"/>
                </a:solidFill>
              </a:defRPr>
            </a:lvl5pPr>
            <a:lvl6pPr>
              <a:defRPr sz="1650" b="0">
                <a:solidFill>
                  <a:srgbClr val="FFFFFF"/>
                </a:solidFill>
              </a:defRPr>
            </a:lvl6pPr>
            <a:lvl7pPr>
              <a:defRPr sz="1650" b="0">
                <a:solidFill>
                  <a:srgbClr val="FFFFFF"/>
                </a:solidFill>
              </a:defRPr>
            </a:lvl7pPr>
            <a:lvl8pPr>
              <a:defRPr sz="1650" b="0">
                <a:solidFill>
                  <a:srgbClr val="FFFFFF"/>
                </a:solidFill>
              </a:defRPr>
            </a:lvl8pPr>
            <a:lvl9pPr>
              <a:defRPr sz="1650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05   Presentation and README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E755EF-6DBD-43BD-8367-24FB2BB61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1500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C9DDF0"/>
                </a:solidFill>
              </a:defRPr>
            </a:defPPr>
            <a:lvl1pPr>
              <a:defRPr sz="2100" b="1">
                <a:solidFill>
                  <a:srgbClr val="C9DDF0"/>
                </a:solidFill>
              </a:defRPr>
            </a:lvl1pPr>
            <a:lvl2pPr>
              <a:defRPr sz="2100" b="1">
                <a:solidFill>
                  <a:srgbClr val="C9DDF0"/>
                </a:solidFill>
              </a:defRPr>
            </a:lvl2pPr>
            <a:lvl3pPr>
              <a:defRPr sz="2100" b="1">
                <a:solidFill>
                  <a:srgbClr val="C9DDF0"/>
                </a:solidFill>
              </a:defRPr>
            </a:lvl3pPr>
            <a:lvl4pPr>
              <a:defRPr sz="2100" b="1">
                <a:solidFill>
                  <a:srgbClr val="C9DDF0"/>
                </a:solidFill>
              </a:defRPr>
            </a:lvl4pPr>
            <a:lvl5pPr>
              <a:defRPr sz="2100" b="1">
                <a:solidFill>
                  <a:srgbClr val="C9DDF0"/>
                </a:solidFill>
              </a:defRPr>
            </a:lvl5pPr>
            <a:lvl6pPr>
              <a:defRPr sz="2100" b="1">
                <a:solidFill>
                  <a:srgbClr val="C9DDF0"/>
                </a:solidFill>
              </a:defRPr>
            </a:lvl6pPr>
            <a:lvl7pPr>
              <a:defRPr sz="2100" b="1">
                <a:solidFill>
                  <a:srgbClr val="C9DDF0"/>
                </a:solidFill>
              </a:defRPr>
            </a:lvl7pPr>
            <a:lvl8pPr>
              <a:defRPr sz="2100" b="1">
                <a:solidFill>
                  <a:srgbClr val="C9DDF0"/>
                </a:solidFill>
              </a:defRPr>
            </a:lvl8pPr>
            <a:lvl9pPr>
              <a:defRPr sz="2100" b="1">
                <a:solidFill>
                  <a:srgbClr val="C9DDF0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C9DDF0"/>
                </a:solidFill>
              </a:defRPr>
            </a:pPr>
            <a:r>
              <a:rPr sz="2100" b="1">
                <a:solidFill>
                  <a:srgbClr val="C9DDF0"/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1322471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2026-10-25T10:41:05.0590000Z</dcterms:created>
  <dcterms:modified xsi:type="dcterms:W3CDTF">2026-10-25T10:41:05.0590000Z</dcterms:modified>
</coreProperties>
</file>